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6" Type="http://schemas.openxmlformats.org/officeDocument/2006/relationships/image" Target="../media/image23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2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6" Type="http://schemas.openxmlformats.org/officeDocument/2006/relationships/image" Target="../media/image23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2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EA354D-17FD-4BC3-8CB3-0AC7E704C1A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1BE3461-8B6C-49C0-8AF3-AFDEA5BF3FF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Created using Power BI  </a:t>
          </a:r>
        </a:p>
      </dgm:t>
    </dgm:pt>
    <dgm:pt modelId="{03B96992-7360-42F7-AD26-A092FEFBE35E}" type="parTrans" cxnId="{FC4B3391-86F1-4C2F-BD65-362F7AD515E8}">
      <dgm:prSet/>
      <dgm:spPr/>
      <dgm:t>
        <a:bodyPr/>
        <a:lstStyle/>
        <a:p>
          <a:endParaRPr lang="en-US"/>
        </a:p>
      </dgm:t>
    </dgm:pt>
    <dgm:pt modelId="{91029749-1979-4BF7-A10E-CD4CF9624041}" type="sibTrans" cxnId="{FC4B3391-86F1-4C2F-BD65-362F7AD515E8}">
      <dgm:prSet/>
      <dgm:spPr/>
      <dgm:t>
        <a:bodyPr/>
        <a:lstStyle/>
        <a:p>
          <a:endParaRPr lang="en-US"/>
        </a:p>
      </dgm:t>
    </dgm:pt>
    <dgm:pt modelId="{710F9CC2-A891-42B8-8596-8ADA661DAA8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Date: 2nd May 2025  </a:t>
          </a:r>
        </a:p>
      </dgm:t>
    </dgm:pt>
    <dgm:pt modelId="{1EF189AF-1688-4335-AC4C-E408AB46CAA8}" type="parTrans" cxnId="{F8B82A35-B23C-4EB8-B261-1D535EA4103B}">
      <dgm:prSet/>
      <dgm:spPr/>
      <dgm:t>
        <a:bodyPr/>
        <a:lstStyle/>
        <a:p>
          <a:endParaRPr lang="en-US"/>
        </a:p>
      </dgm:t>
    </dgm:pt>
    <dgm:pt modelId="{B362C6E5-22B0-47D6-8BB3-AEFA0180FA31}" type="sibTrans" cxnId="{F8B82A35-B23C-4EB8-B261-1D535EA4103B}">
      <dgm:prSet/>
      <dgm:spPr/>
      <dgm:t>
        <a:bodyPr/>
        <a:lstStyle/>
        <a:p>
          <a:endParaRPr lang="en-US"/>
        </a:p>
      </dgm:t>
    </dgm:pt>
    <dgm:pt modelId="{33CFBD10-EB6F-49CF-A9EC-2753196E216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Name: Bhakti</a:t>
          </a:r>
        </a:p>
      </dgm:t>
    </dgm:pt>
    <dgm:pt modelId="{8B20F82D-6435-4BFA-ABC1-798A3ED58908}" type="parTrans" cxnId="{899A0F70-CF39-4C38-A44B-87EC41928694}">
      <dgm:prSet/>
      <dgm:spPr/>
      <dgm:t>
        <a:bodyPr/>
        <a:lstStyle/>
        <a:p>
          <a:endParaRPr lang="en-US"/>
        </a:p>
      </dgm:t>
    </dgm:pt>
    <dgm:pt modelId="{5F95F08A-3F57-4275-B593-BA865721938B}" type="sibTrans" cxnId="{899A0F70-CF39-4C38-A44B-87EC41928694}">
      <dgm:prSet/>
      <dgm:spPr/>
      <dgm:t>
        <a:bodyPr/>
        <a:lstStyle/>
        <a:p>
          <a:endParaRPr lang="en-US"/>
        </a:p>
      </dgm:t>
    </dgm:pt>
    <dgm:pt modelId="{26BD527C-2E95-49C9-9005-F4960FD14F45}" type="pres">
      <dgm:prSet presAssocID="{72EA354D-17FD-4BC3-8CB3-0AC7E704C1A9}" presName="root" presStyleCnt="0">
        <dgm:presLayoutVars>
          <dgm:dir/>
          <dgm:resizeHandles val="exact"/>
        </dgm:presLayoutVars>
      </dgm:prSet>
      <dgm:spPr/>
    </dgm:pt>
    <dgm:pt modelId="{F731BC89-5A1E-4117-97A9-073FB8B7FBD8}" type="pres">
      <dgm:prSet presAssocID="{31BE3461-8B6C-49C0-8AF3-AFDEA5BF3FF6}" presName="compNode" presStyleCnt="0"/>
      <dgm:spPr/>
    </dgm:pt>
    <dgm:pt modelId="{8B5E6838-6FA7-4128-9A7B-01512535181A}" type="pres">
      <dgm:prSet presAssocID="{31BE3461-8B6C-49C0-8AF3-AFDEA5BF3FF6}" presName="iconBgRect" presStyleLbl="bgShp" presStyleIdx="0" presStyleCnt="3"/>
      <dgm:spPr/>
    </dgm:pt>
    <dgm:pt modelId="{64FCED0C-1EC7-4FE6-ABE6-2F0AC501CE8D}" type="pres">
      <dgm:prSet presAssocID="{31BE3461-8B6C-49C0-8AF3-AFDEA5BF3FF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FF6B78F-38A7-4EF2-A813-55CDA3CBD0F6}" type="pres">
      <dgm:prSet presAssocID="{31BE3461-8B6C-49C0-8AF3-AFDEA5BF3FF6}" presName="spaceRect" presStyleCnt="0"/>
      <dgm:spPr/>
    </dgm:pt>
    <dgm:pt modelId="{51E09BF1-7116-4643-9466-333402382341}" type="pres">
      <dgm:prSet presAssocID="{31BE3461-8B6C-49C0-8AF3-AFDEA5BF3FF6}" presName="textRect" presStyleLbl="revTx" presStyleIdx="0" presStyleCnt="3">
        <dgm:presLayoutVars>
          <dgm:chMax val="1"/>
          <dgm:chPref val="1"/>
        </dgm:presLayoutVars>
      </dgm:prSet>
      <dgm:spPr/>
    </dgm:pt>
    <dgm:pt modelId="{3987B78F-ADB0-46DC-B73C-4724D8F60EE0}" type="pres">
      <dgm:prSet presAssocID="{91029749-1979-4BF7-A10E-CD4CF9624041}" presName="sibTrans" presStyleCnt="0"/>
      <dgm:spPr/>
    </dgm:pt>
    <dgm:pt modelId="{99BC4F7C-91ED-467D-AE83-0CF350942E66}" type="pres">
      <dgm:prSet presAssocID="{710F9CC2-A891-42B8-8596-8ADA661DAA82}" presName="compNode" presStyleCnt="0"/>
      <dgm:spPr/>
    </dgm:pt>
    <dgm:pt modelId="{1DD6827B-B28C-49AE-87DD-A07B4B092247}" type="pres">
      <dgm:prSet presAssocID="{710F9CC2-A891-42B8-8596-8ADA661DAA82}" presName="iconBgRect" presStyleLbl="bgShp" presStyleIdx="1" presStyleCnt="3"/>
      <dgm:spPr/>
    </dgm:pt>
    <dgm:pt modelId="{D2974262-593A-4AD2-B632-9DF55B2941A9}" type="pres">
      <dgm:prSet presAssocID="{710F9CC2-A891-42B8-8596-8ADA661DAA8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5DA2A0BA-A136-4EC9-AD4D-218B7E10F2C2}" type="pres">
      <dgm:prSet presAssocID="{710F9CC2-A891-42B8-8596-8ADA661DAA82}" presName="spaceRect" presStyleCnt="0"/>
      <dgm:spPr/>
    </dgm:pt>
    <dgm:pt modelId="{FE3EB580-9581-4524-87B9-7A41A2AB7961}" type="pres">
      <dgm:prSet presAssocID="{710F9CC2-A891-42B8-8596-8ADA661DAA82}" presName="textRect" presStyleLbl="revTx" presStyleIdx="1" presStyleCnt="3">
        <dgm:presLayoutVars>
          <dgm:chMax val="1"/>
          <dgm:chPref val="1"/>
        </dgm:presLayoutVars>
      </dgm:prSet>
      <dgm:spPr/>
    </dgm:pt>
    <dgm:pt modelId="{A69B272E-D1A3-4646-AE80-1BB563FD0DAE}" type="pres">
      <dgm:prSet presAssocID="{B362C6E5-22B0-47D6-8BB3-AEFA0180FA31}" presName="sibTrans" presStyleCnt="0"/>
      <dgm:spPr/>
    </dgm:pt>
    <dgm:pt modelId="{7C1E10FA-32E3-4CD1-A6B9-843C297DD5A5}" type="pres">
      <dgm:prSet presAssocID="{33CFBD10-EB6F-49CF-A9EC-2753196E2162}" presName="compNode" presStyleCnt="0"/>
      <dgm:spPr/>
    </dgm:pt>
    <dgm:pt modelId="{B3FE9422-8E68-4039-890E-C4EF0F5425EF}" type="pres">
      <dgm:prSet presAssocID="{33CFBD10-EB6F-49CF-A9EC-2753196E2162}" presName="iconBgRect" presStyleLbl="bgShp" presStyleIdx="2" presStyleCnt="3"/>
      <dgm:spPr/>
    </dgm:pt>
    <dgm:pt modelId="{028CBDCE-56D1-489E-9A8B-382A6D333749}" type="pres">
      <dgm:prSet presAssocID="{33CFBD10-EB6F-49CF-A9EC-2753196E216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6642BDB-C2D1-472C-8094-13FD89F95571}" type="pres">
      <dgm:prSet presAssocID="{33CFBD10-EB6F-49CF-A9EC-2753196E2162}" presName="spaceRect" presStyleCnt="0"/>
      <dgm:spPr/>
    </dgm:pt>
    <dgm:pt modelId="{C2DBB9B2-3E07-4904-AEEC-66843D9D0AC1}" type="pres">
      <dgm:prSet presAssocID="{33CFBD10-EB6F-49CF-A9EC-2753196E216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F293801-4DBC-4681-AB31-0F4DD2BAFF0B}" type="presOf" srcId="{710F9CC2-A891-42B8-8596-8ADA661DAA82}" destId="{FE3EB580-9581-4524-87B9-7A41A2AB7961}" srcOrd="0" destOrd="0" presId="urn:microsoft.com/office/officeart/2018/5/layout/IconCircleLabelList"/>
    <dgm:cxn modelId="{F8B82A35-B23C-4EB8-B261-1D535EA4103B}" srcId="{72EA354D-17FD-4BC3-8CB3-0AC7E704C1A9}" destId="{710F9CC2-A891-42B8-8596-8ADA661DAA82}" srcOrd="1" destOrd="0" parTransId="{1EF189AF-1688-4335-AC4C-E408AB46CAA8}" sibTransId="{B362C6E5-22B0-47D6-8BB3-AEFA0180FA31}"/>
    <dgm:cxn modelId="{899A0F70-CF39-4C38-A44B-87EC41928694}" srcId="{72EA354D-17FD-4BC3-8CB3-0AC7E704C1A9}" destId="{33CFBD10-EB6F-49CF-A9EC-2753196E2162}" srcOrd="2" destOrd="0" parTransId="{8B20F82D-6435-4BFA-ABC1-798A3ED58908}" sibTransId="{5F95F08A-3F57-4275-B593-BA865721938B}"/>
    <dgm:cxn modelId="{70F2BA50-95B0-4BDB-B5AA-0ABE8F993AC0}" type="presOf" srcId="{72EA354D-17FD-4BC3-8CB3-0AC7E704C1A9}" destId="{26BD527C-2E95-49C9-9005-F4960FD14F45}" srcOrd="0" destOrd="0" presId="urn:microsoft.com/office/officeart/2018/5/layout/IconCircleLabelList"/>
    <dgm:cxn modelId="{1B1B917C-89E3-42B4-A607-D9C66EF7C360}" type="presOf" srcId="{33CFBD10-EB6F-49CF-A9EC-2753196E2162}" destId="{C2DBB9B2-3E07-4904-AEEC-66843D9D0AC1}" srcOrd="0" destOrd="0" presId="urn:microsoft.com/office/officeart/2018/5/layout/IconCircleLabelList"/>
    <dgm:cxn modelId="{FC4B3391-86F1-4C2F-BD65-362F7AD515E8}" srcId="{72EA354D-17FD-4BC3-8CB3-0AC7E704C1A9}" destId="{31BE3461-8B6C-49C0-8AF3-AFDEA5BF3FF6}" srcOrd="0" destOrd="0" parTransId="{03B96992-7360-42F7-AD26-A092FEFBE35E}" sibTransId="{91029749-1979-4BF7-A10E-CD4CF9624041}"/>
    <dgm:cxn modelId="{6E92F8F8-859F-4E11-8098-F6888184F8F5}" type="presOf" srcId="{31BE3461-8B6C-49C0-8AF3-AFDEA5BF3FF6}" destId="{51E09BF1-7116-4643-9466-333402382341}" srcOrd="0" destOrd="0" presId="urn:microsoft.com/office/officeart/2018/5/layout/IconCircleLabelList"/>
    <dgm:cxn modelId="{A2600F9E-ECB6-4BC3-BC7D-856DEC79487A}" type="presParOf" srcId="{26BD527C-2E95-49C9-9005-F4960FD14F45}" destId="{F731BC89-5A1E-4117-97A9-073FB8B7FBD8}" srcOrd="0" destOrd="0" presId="urn:microsoft.com/office/officeart/2018/5/layout/IconCircleLabelList"/>
    <dgm:cxn modelId="{482F7052-F497-427E-9133-43FD60B7CC4E}" type="presParOf" srcId="{F731BC89-5A1E-4117-97A9-073FB8B7FBD8}" destId="{8B5E6838-6FA7-4128-9A7B-01512535181A}" srcOrd="0" destOrd="0" presId="urn:microsoft.com/office/officeart/2018/5/layout/IconCircleLabelList"/>
    <dgm:cxn modelId="{A2973EE7-6856-472F-BF73-FEB2CB463BDD}" type="presParOf" srcId="{F731BC89-5A1E-4117-97A9-073FB8B7FBD8}" destId="{64FCED0C-1EC7-4FE6-ABE6-2F0AC501CE8D}" srcOrd="1" destOrd="0" presId="urn:microsoft.com/office/officeart/2018/5/layout/IconCircleLabelList"/>
    <dgm:cxn modelId="{6D9ACAAA-3841-4F9C-BF91-3FA71C3597AE}" type="presParOf" srcId="{F731BC89-5A1E-4117-97A9-073FB8B7FBD8}" destId="{6FF6B78F-38A7-4EF2-A813-55CDA3CBD0F6}" srcOrd="2" destOrd="0" presId="urn:microsoft.com/office/officeart/2018/5/layout/IconCircleLabelList"/>
    <dgm:cxn modelId="{07CBEB1B-03D9-41CD-B413-312EE894270C}" type="presParOf" srcId="{F731BC89-5A1E-4117-97A9-073FB8B7FBD8}" destId="{51E09BF1-7116-4643-9466-333402382341}" srcOrd="3" destOrd="0" presId="urn:microsoft.com/office/officeart/2018/5/layout/IconCircleLabelList"/>
    <dgm:cxn modelId="{AC949CFA-A333-47CD-BD95-5B17FAF49D08}" type="presParOf" srcId="{26BD527C-2E95-49C9-9005-F4960FD14F45}" destId="{3987B78F-ADB0-46DC-B73C-4724D8F60EE0}" srcOrd="1" destOrd="0" presId="urn:microsoft.com/office/officeart/2018/5/layout/IconCircleLabelList"/>
    <dgm:cxn modelId="{61D09A58-4631-4F14-857C-EF4ED18F2A4F}" type="presParOf" srcId="{26BD527C-2E95-49C9-9005-F4960FD14F45}" destId="{99BC4F7C-91ED-467D-AE83-0CF350942E66}" srcOrd="2" destOrd="0" presId="urn:microsoft.com/office/officeart/2018/5/layout/IconCircleLabelList"/>
    <dgm:cxn modelId="{328D124F-5470-4EFC-8EA6-4D983F0E7F3B}" type="presParOf" srcId="{99BC4F7C-91ED-467D-AE83-0CF350942E66}" destId="{1DD6827B-B28C-49AE-87DD-A07B4B092247}" srcOrd="0" destOrd="0" presId="urn:microsoft.com/office/officeart/2018/5/layout/IconCircleLabelList"/>
    <dgm:cxn modelId="{F2EDBC9A-85BE-4215-AEC6-8BA3C721608D}" type="presParOf" srcId="{99BC4F7C-91ED-467D-AE83-0CF350942E66}" destId="{D2974262-593A-4AD2-B632-9DF55B2941A9}" srcOrd="1" destOrd="0" presId="urn:microsoft.com/office/officeart/2018/5/layout/IconCircleLabelList"/>
    <dgm:cxn modelId="{322DFDAB-D80B-410D-B2A4-1074CF5C0BD6}" type="presParOf" srcId="{99BC4F7C-91ED-467D-AE83-0CF350942E66}" destId="{5DA2A0BA-A136-4EC9-AD4D-218B7E10F2C2}" srcOrd="2" destOrd="0" presId="urn:microsoft.com/office/officeart/2018/5/layout/IconCircleLabelList"/>
    <dgm:cxn modelId="{7D72F4DF-AA7F-4923-8B8F-9EE622FE3497}" type="presParOf" srcId="{99BC4F7C-91ED-467D-AE83-0CF350942E66}" destId="{FE3EB580-9581-4524-87B9-7A41A2AB7961}" srcOrd="3" destOrd="0" presId="urn:microsoft.com/office/officeart/2018/5/layout/IconCircleLabelList"/>
    <dgm:cxn modelId="{6A1CBC80-DBF0-4340-A366-8228E3A6FAAF}" type="presParOf" srcId="{26BD527C-2E95-49C9-9005-F4960FD14F45}" destId="{A69B272E-D1A3-4646-AE80-1BB563FD0DAE}" srcOrd="3" destOrd="0" presId="urn:microsoft.com/office/officeart/2018/5/layout/IconCircleLabelList"/>
    <dgm:cxn modelId="{788E6DAD-A23C-43B5-8488-34A4AA3B293F}" type="presParOf" srcId="{26BD527C-2E95-49C9-9005-F4960FD14F45}" destId="{7C1E10FA-32E3-4CD1-A6B9-843C297DD5A5}" srcOrd="4" destOrd="0" presId="urn:microsoft.com/office/officeart/2018/5/layout/IconCircleLabelList"/>
    <dgm:cxn modelId="{FC7610AF-EC05-41BF-8982-B41B917D8F07}" type="presParOf" srcId="{7C1E10FA-32E3-4CD1-A6B9-843C297DD5A5}" destId="{B3FE9422-8E68-4039-890E-C4EF0F5425EF}" srcOrd="0" destOrd="0" presId="urn:microsoft.com/office/officeart/2018/5/layout/IconCircleLabelList"/>
    <dgm:cxn modelId="{B19EAE62-73C8-4792-8549-980D4A232020}" type="presParOf" srcId="{7C1E10FA-32E3-4CD1-A6B9-843C297DD5A5}" destId="{028CBDCE-56D1-489E-9A8B-382A6D333749}" srcOrd="1" destOrd="0" presId="urn:microsoft.com/office/officeart/2018/5/layout/IconCircleLabelList"/>
    <dgm:cxn modelId="{6DE55BCB-5A4B-4163-9A71-0BE78AD372C0}" type="presParOf" srcId="{7C1E10FA-32E3-4CD1-A6B9-843C297DD5A5}" destId="{C6642BDB-C2D1-472C-8094-13FD89F95571}" srcOrd="2" destOrd="0" presId="urn:microsoft.com/office/officeart/2018/5/layout/IconCircleLabelList"/>
    <dgm:cxn modelId="{A53D3144-78B8-42CB-B1A8-AC3CACCD4F71}" type="presParOf" srcId="{7C1E10FA-32E3-4CD1-A6B9-843C297DD5A5}" destId="{C2DBB9B2-3E07-4904-AEEC-66843D9D0AC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E598B6-58AE-42DE-A932-58674FBDCE6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E89B785-7A05-4613-92FA-F144F7E8F315}">
      <dgm:prSet/>
      <dgm:spPr/>
      <dgm:t>
        <a:bodyPr/>
        <a:lstStyle/>
        <a:p>
          <a:r>
            <a:rPr lang="en-US"/>
            <a:t>-This dashboard shows sales performance using visuals.</a:t>
          </a:r>
        </a:p>
      </dgm:t>
    </dgm:pt>
    <dgm:pt modelId="{4AAB1C6E-0400-4A1C-9BAF-96F787DF7460}" type="parTrans" cxnId="{33277ED3-095B-4AB5-B47B-3E13C0CD38CB}">
      <dgm:prSet/>
      <dgm:spPr/>
      <dgm:t>
        <a:bodyPr/>
        <a:lstStyle/>
        <a:p>
          <a:endParaRPr lang="en-US"/>
        </a:p>
      </dgm:t>
    </dgm:pt>
    <dgm:pt modelId="{7D0E11D8-CA9B-4337-B287-106AA304485D}" type="sibTrans" cxnId="{33277ED3-095B-4AB5-B47B-3E13C0CD38CB}">
      <dgm:prSet/>
      <dgm:spPr/>
      <dgm:t>
        <a:bodyPr/>
        <a:lstStyle/>
        <a:p>
          <a:endParaRPr lang="en-US"/>
        </a:p>
      </dgm:t>
    </dgm:pt>
    <dgm:pt modelId="{89116503-9335-4934-9C4F-53717FCD96AB}">
      <dgm:prSet/>
      <dgm:spPr/>
      <dgm:t>
        <a:bodyPr/>
        <a:lstStyle/>
        <a:p>
          <a:r>
            <a:rPr lang="en-US"/>
            <a:t>- Data source: Superstore Sales dataset</a:t>
          </a:r>
        </a:p>
      </dgm:t>
    </dgm:pt>
    <dgm:pt modelId="{2D196C9B-8063-481C-8050-F40251FEBCA0}" type="parTrans" cxnId="{B3305BC8-574C-4600-A4C2-A03D59CD8155}">
      <dgm:prSet/>
      <dgm:spPr/>
      <dgm:t>
        <a:bodyPr/>
        <a:lstStyle/>
        <a:p>
          <a:endParaRPr lang="en-US"/>
        </a:p>
      </dgm:t>
    </dgm:pt>
    <dgm:pt modelId="{19C0C29E-FA0F-4DEB-94C8-2B766E80C812}" type="sibTrans" cxnId="{B3305BC8-574C-4600-A4C2-A03D59CD8155}">
      <dgm:prSet/>
      <dgm:spPr/>
      <dgm:t>
        <a:bodyPr/>
        <a:lstStyle/>
        <a:p>
          <a:endParaRPr lang="en-US"/>
        </a:p>
      </dgm:t>
    </dgm:pt>
    <dgm:pt modelId="{DAA60E48-696C-4052-AFC5-5FEF2790D4DE}">
      <dgm:prSet/>
      <dgm:spPr/>
      <dgm:t>
        <a:bodyPr/>
        <a:lstStyle/>
        <a:p>
          <a:r>
            <a:rPr lang="en-US"/>
            <a:t>-Created using Power BI</a:t>
          </a:r>
        </a:p>
      </dgm:t>
    </dgm:pt>
    <dgm:pt modelId="{AAFCAD70-959E-4E16-A900-1BF2787E021F}" type="parTrans" cxnId="{DC7950A9-1A2D-4374-A3E5-C69F15286BD9}">
      <dgm:prSet/>
      <dgm:spPr/>
      <dgm:t>
        <a:bodyPr/>
        <a:lstStyle/>
        <a:p>
          <a:endParaRPr lang="en-US"/>
        </a:p>
      </dgm:t>
    </dgm:pt>
    <dgm:pt modelId="{B672A615-F6E4-4918-AE71-DC3DEFAEC9BE}" type="sibTrans" cxnId="{DC7950A9-1A2D-4374-A3E5-C69F15286BD9}">
      <dgm:prSet/>
      <dgm:spPr/>
      <dgm:t>
        <a:bodyPr/>
        <a:lstStyle/>
        <a:p>
          <a:endParaRPr lang="en-US"/>
        </a:p>
      </dgm:t>
    </dgm:pt>
    <dgm:pt modelId="{D143F1BF-3F40-4E6C-9256-0820982E5BF2}">
      <dgm:prSet/>
      <dgm:spPr/>
      <dgm:t>
        <a:bodyPr/>
        <a:lstStyle/>
        <a:p>
          <a:r>
            <a:rPr lang="en-US"/>
            <a:t>- Key Features:</a:t>
          </a:r>
        </a:p>
      </dgm:t>
    </dgm:pt>
    <dgm:pt modelId="{358E03DE-4CBD-4426-B051-3BB5D8F59ED3}" type="parTrans" cxnId="{6DCA6F12-8F0A-4E8D-B6E5-A5CC28987E43}">
      <dgm:prSet/>
      <dgm:spPr/>
      <dgm:t>
        <a:bodyPr/>
        <a:lstStyle/>
        <a:p>
          <a:endParaRPr lang="en-US"/>
        </a:p>
      </dgm:t>
    </dgm:pt>
    <dgm:pt modelId="{A1A33BC8-76A9-4909-9C50-B68C912336E1}" type="sibTrans" cxnId="{6DCA6F12-8F0A-4E8D-B6E5-A5CC28987E43}">
      <dgm:prSet/>
      <dgm:spPr/>
      <dgm:t>
        <a:bodyPr/>
        <a:lstStyle/>
        <a:p>
          <a:endParaRPr lang="en-US"/>
        </a:p>
      </dgm:t>
    </dgm:pt>
    <dgm:pt modelId="{83E784B9-E3C9-4598-ACF1-8F71F4F921C5}">
      <dgm:prSet/>
      <dgm:spPr/>
      <dgm:t>
        <a:bodyPr/>
        <a:lstStyle/>
        <a:p>
          <a:r>
            <a:rPr lang="en-US"/>
            <a:t>• Bar charts for sub-category and region</a:t>
          </a:r>
        </a:p>
      </dgm:t>
    </dgm:pt>
    <dgm:pt modelId="{23EE19CA-DC0D-49DF-9AC5-479E40D7B5F8}" type="parTrans" cxnId="{38BBEA4C-D026-4234-BC6B-0DAC6451E111}">
      <dgm:prSet/>
      <dgm:spPr/>
      <dgm:t>
        <a:bodyPr/>
        <a:lstStyle/>
        <a:p>
          <a:endParaRPr lang="en-US"/>
        </a:p>
      </dgm:t>
    </dgm:pt>
    <dgm:pt modelId="{8D717BD9-899E-4B02-81EA-B2DBEB580B97}" type="sibTrans" cxnId="{38BBEA4C-D026-4234-BC6B-0DAC6451E111}">
      <dgm:prSet/>
      <dgm:spPr/>
      <dgm:t>
        <a:bodyPr/>
        <a:lstStyle/>
        <a:p>
          <a:endParaRPr lang="en-US"/>
        </a:p>
      </dgm:t>
    </dgm:pt>
    <dgm:pt modelId="{0A50FA78-13DE-4952-8B2D-1BCA0D82D869}">
      <dgm:prSet/>
      <dgm:spPr/>
      <dgm:t>
        <a:bodyPr/>
        <a:lstStyle/>
        <a:p>
          <a:r>
            <a:rPr lang="en-US"/>
            <a:t>• Donut chart for payment mode</a:t>
          </a:r>
        </a:p>
      </dgm:t>
    </dgm:pt>
    <dgm:pt modelId="{E561531C-C7AA-452D-8D46-F9F5B0939D51}" type="parTrans" cxnId="{0B53888C-5F98-472C-8D11-1A9C62DC58E9}">
      <dgm:prSet/>
      <dgm:spPr/>
      <dgm:t>
        <a:bodyPr/>
        <a:lstStyle/>
        <a:p>
          <a:endParaRPr lang="en-US"/>
        </a:p>
      </dgm:t>
    </dgm:pt>
    <dgm:pt modelId="{0F5B4156-453E-4F1E-B48C-625E8AE93868}" type="sibTrans" cxnId="{0B53888C-5F98-472C-8D11-1A9C62DC58E9}">
      <dgm:prSet/>
      <dgm:spPr/>
      <dgm:t>
        <a:bodyPr/>
        <a:lstStyle/>
        <a:p>
          <a:endParaRPr lang="en-US"/>
        </a:p>
      </dgm:t>
    </dgm:pt>
    <dgm:pt modelId="{53CFFE40-6470-4AB0-852C-874CB01FCAFB}">
      <dgm:prSet/>
      <dgm:spPr/>
      <dgm:t>
        <a:bodyPr/>
        <a:lstStyle/>
        <a:p>
          <a:r>
            <a:rPr lang="en-US"/>
            <a:t>• Filters for region, category, state, and shipping mode</a:t>
          </a:r>
        </a:p>
      </dgm:t>
    </dgm:pt>
    <dgm:pt modelId="{5F8154EE-AB0A-417B-A344-73C76F99A59A}" type="parTrans" cxnId="{8C32899E-0013-479D-A52E-0006969DFDD8}">
      <dgm:prSet/>
      <dgm:spPr/>
      <dgm:t>
        <a:bodyPr/>
        <a:lstStyle/>
        <a:p>
          <a:endParaRPr lang="en-US"/>
        </a:p>
      </dgm:t>
    </dgm:pt>
    <dgm:pt modelId="{D84CFCE3-7681-42C6-9696-776977B09698}" type="sibTrans" cxnId="{8C32899E-0013-479D-A52E-0006969DFDD8}">
      <dgm:prSet/>
      <dgm:spPr/>
      <dgm:t>
        <a:bodyPr/>
        <a:lstStyle/>
        <a:p>
          <a:endParaRPr lang="en-US"/>
        </a:p>
      </dgm:t>
    </dgm:pt>
    <dgm:pt modelId="{27BD54FB-C609-4F17-AF2C-D5E7DC7CC31E}">
      <dgm:prSet/>
      <dgm:spPr/>
      <dgm:t>
        <a:bodyPr/>
        <a:lstStyle/>
        <a:p>
          <a:r>
            <a:rPr lang="en-US"/>
            <a:t>• Line chart to show quantity trends</a:t>
          </a:r>
        </a:p>
      </dgm:t>
    </dgm:pt>
    <dgm:pt modelId="{64B42884-7BB9-4672-A4F5-61A5E3E8A006}" type="parTrans" cxnId="{0794C505-7EF7-44E4-8C20-F4596CF093A5}">
      <dgm:prSet/>
      <dgm:spPr/>
      <dgm:t>
        <a:bodyPr/>
        <a:lstStyle/>
        <a:p>
          <a:endParaRPr lang="en-US"/>
        </a:p>
      </dgm:t>
    </dgm:pt>
    <dgm:pt modelId="{0EF8BEE1-0DD0-478B-9782-EACEF380FC1A}" type="sibTrans" cxnId="{0794C505-7EF7-44E4-8C20-F4596CF093A5}">
      <dgm:prSet/>
      <dgm:spPr/>
      <dgm:t>
        <a:bodyPr/>
        <a:lstStyle/>
        <a:p>
          <a:endParaRPr lang="en-US"/>
        </a:p>
      </dgm:t>
    </dgm:pt>
    <dgm:pt modelId="{5B92C1B9-BFBB-4593-A6A0-6030A783DCD0}" type="pres">
      <dgm:prSet presAssocID="{48E598B6-58AE-42DE-A932-58674FBDCE69}" presName="root" presStyleCnt="0">
        <dgm:presLayoutVars>
          <dgm:dir/>
          <dgm:resizeHandles val="exact"/>
        </dgm:presLayoutVars>
      </dgm:prSet>
      <dgm:spPr/>
    </dgm:pt>
    <dgm:pt modelId="{679EFA49-31CA-479F-9291-E981BD5C9B03}" type="pres">
      <dgm:prSet presAssocID="{48E598B6-58AE-42DE-A932-58674FBDCE69}" presName="container" presStyleCnt="0">
        <dgm:presLayoutVars>
          <dgm:dir/>
          <dgm:resizeHandles val="exact"/>
        </dgm:presLayoutVars>
      </dgm:prSet>
      <dgm:spPr/>
    </dgm:pt>
    <dgm:pt modelId="{36C17C8D-5AFB-463D-B258-9A0B8BB53247}" type="pres">
      <dgm:prSet presAssocID="{BE89B785-7A05-4613-92FA-F144F7E8F315}" presName="compNode" presStyleCnt="0"/>
      <dgm:spPr/>
    </dgm:pt>
    <dgm:pt modelId="{8B14DF99-22C0-44E6-ACAD-CEFDEA484E17}" type="pres">
      <dgm:prSet presAssocID="{BE89B785-7A05-4613-92FA-F144F7E8F315}" presName="iconBgRect" presStyleLbl="bgShp" presStyleIdx="0" presStyleCnt="8"/>
      <dgm:spPr/>
    </dgm:pt>
    <dgm:pt modelId="{C914A829-BA11-4E49-A333-C54868E5F9FF}" type="pres">
      <dgm:prSet presAssocID="{BE89B785-7A05-4613-92FA-F144F7E8F315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9FE95633-8337-4481-BFF7-EFB4E4BF8DBD}" type="pres">
      <dgm:prSet presAssocID="{BE89B785-7A05-4613-92FA-F144F7E8F315}" presName="spaceRect" presStyleCnt="0"/>
      <dgm:spPr/>
    </dgm:pt>
    <dgm:pt modelId="{3804864C-052E-4DC8-BE73-DEDAA14B0A6B}" type="pres">
      <dgm:prSet presAssocID="{BE89B785-7A05-4613-92FA-F144F7E8F315}" presName="textRect" presStyleLbl="revTx" presStyleIdx="0" presStyleCnt="8">
        <dgm:presLayoutVars>
          <dgm:chMax val="1"/>
          <dgm:chPref val="1"/>
        </dgm:presLayoutVars>
      </dgm:prSet>
      <dgm:spPr/>
    </dgm:pt>
    <dgm:pt modelId="{B74D1BB2-9295-40D6-85CA-3B716AEE1179}" type="pres">
      <dgm:prSet presAssocID="{7D0E11D8-CA9B-4337-B287-106AA304485D}" presName="sibTrans" presStyleLbl="sibTrans2D1" presStyleIdx="0" presStyleCnt="0"/>
      <dgm:spPr/>
    </dgm:pt>
    <dgm:pt modelId="{35187A81-F5E0-47A6-9DF6-C3F2729348DF}" type="pres">
      <dgm:prSet presAssocID="{89116503-9335-4934-9C4F-53717FCD96AB}" presName="compNode" presStyleCnt="0"/>
      <dgm:spPr/>
    </dgm:pt>
    <dgm:pt modelId="{58AD7E46-596A-4A1B-B818-3CB2150431E4}" type="pres">
      <dgm:prSet presAssocID="{89116503-9335-4934-9C4F-53717FCD96AB}" presName="iconBgRect" presStyleLbl="bgShp" presStyleIdx="1" presStyleCnt="8"/>
      <dgm:spPr/>
    </dgm:pt>
    <dgm:pt modelId="{2BA96431-8615-47BF-945D-FEBD6FA197F2}" type="pres">
      <dgm:prSet presAssocID="{89116503-9335-4934-9C4F-53717FCD96AB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D472A4F1-F3C0-4F9C-A11E-40710E2DDA81}" type="pres">
      <dgm:prSet presAssocID="{89116503-9335-4934-9C4F-53717FCD96AB}" presName="spaceRect" presStyleCnt="0"/>
      <dgm:spPr/>
    </dgm:pt>
    <dgm:pt modelId="{A70989AA-021E-470D-83D3-F8C0392AC318}" type="pres">
      <dgm:prSet presAssocID="{89116503-9335-4934-9C4F-53717FCD96AB}" presName="textRect" presStyleLbl="revTx" presStyleIdx="1" presStyleCnt="8">
        <dgm:presLayoutVars>
          <dgm:chMax val="1"/>
          <dgm:chPref val="1"/>
        </dgm:presLayoutVars>
      </dgm:prSet>
      <dgm:spPr/>
    </dgm:pt>
    <dgm:pt modelId="{81EEBE6D-6281-4E84-AF22-37370DD4FDE7}" type="pres">
      <dgm:prSet presAssocID="{19C0C29E-FA0F-4DEB-94C8-2B766E80C812}" presName="sibTrans" presStyleLbl="sibTrans2D1" presStyleIdx="0" presStyleCnt="0"/>
      <dgm:spPr/>
    </dgm:pt>
    <dgm:pt modelId="{A0EDAEF1-14B1-42E6-B3D1-43630145955D}" type="pres">
      <dgm:prSet presAssocID="{DAA60E48-696C-4052-AFC5-5FEF2790D4DE}" presName="compNode" presStyleCnt="0"/>
      <dgm:spPr/>
    </dgm:pt>
    <dgm:pt modelId="{EEA68C6B-170A-4FE1-B3FE-A9F5793D342A}" type="pres">
      <dgm:prSet presAssocID="{DAA60E48-696C-4052-AFC5-5FEF2790D4DE}" presName="iconBgRect" presStyleLbl="bgShp" presStyleIdx="2" presStyleCnt="8"/>
      <dgm:spPr/>
    </dgm:pt>
    <dgm:pt modelId="{3CE04B0A-4331-4424-B86A-F732DC7B024B}" type="pres">
      <dgm:prSet presAssocID="{DAA60E48-696C-4052-AFC5-5FEF2790D4DE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EDF209BF-43D9-4C77-A1AC-AFD137FC5AF9}" type="pres">
      <dgm:prSet presAssocID="{DAA60E48-696C-4052-AFC5-5FEF2790D4DE}" presName="spaceRect" presStyleCnt="0"/>
      <dgm:spPr/>
    </dgm:pt>
    <dgm:pt modelId="{E1A7D8BD-4584-4463-8607-C7A77474D5F3}" type="pres">
      <dgm:prSet presAssocID="{DAA60E48-696C-4052-AFC5-5FEF2790D4DE}" presName="textRect" presStyleLbl="revTx" presStyleIdx="2" presStyleCnt="8">
        <dgm:presLayoutVars>
          <dgm:chMax val="1"/>
          <dgm:chPref val="1"/>
        </dgm:presLayoutVars>
      </dgm:prSet>
      <dgm:spPr/>
    </dgm:pt>
    <dgm:pt modelId="{E8BE5013-04C2-499A-953E-E9905004B135}" type="pres">
      <dgm:prSet presAssocID="{B672A615-F6E4-4918-AE71-DC3DEFAEC9BE}" presName="sibTrans" presStyleLbl="sibTrans2D1" presStyleIdx="0" presStyleCnt="0"/>
      <dgm:spPr/>
    </dgm:pt>
    <dgm:pt modelId="{E056A667-881E-48C1-A557-4A3A43F7F33B}" type="pres">
      <dgm:prSet presAssocID="{D143F1BF-3F40-4E6C-9256-0820982E5BF2}" presName="compNode" presStyleCnt="0"/>
      <dgm:spPr/>
    </dgm:pt>
    <dgm:pt modelId="{F6E56DE0-D177-44C0-908E-C453A3BFFE2F}" type="pres">
      <dgm:prSet presAssocID="{D143F1BF-3F40-4E6C-9256-0820982E5BF2}" presName="iconBgRect" presStyleLbl="bgShp" presStyleIdx="3" presStyleCnt="8"/>
      <dgm:spPr/>
    </dgm:pt>
    <dgm:pt modelId="{68ADB848-1CEE-43AD-97BA-9C54081C055D}" type="pres">
      <dgm:prSet presAssocID="{D143F1BF-3F40-4E6C-9256-0820982E5BF2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06BDABFD-9223-4AF9-A30A-9D480621E3F7}" type="pres">
      <dgm:prSet presAssocID="{D143F1BF-3F40-4E6C-9256-0820982E5BF2}" presName="spaceRect" presStyleCnt="0"/>
      <dgm:spPr/>
    </dgm:pt>
    <dgm:pt modelId="{2B4019F6-CB26-4434-9514-F7A2DD4AAFF7}" type="pres">
      <dgm:prSet presAssocID="{D143F1BF-3F40-4E6C-9256-0820982E5BF2}" presName="textRect" presStyleLbl="revTx" presStyleIdx="3" presStyleCnt="8">
        <dgm:presLayoutVars>
          <dgm:chMax val="1"/>
          <dgm:chPref val="1"/>
        </dgm:presLayoutVars>
      </dgm:prSet>
      <dgm:spPr/>
    </dgm:pt>
    <dgm:pt modelId="{77BEBE3F-4F46-4AEC-8C99-B9FE4E9C2B8B}" type="pres">
      <dgm:prSet presAssocID="{A1A33BC8-76A9-4909-9C50-B68C912336E1}" presName="sibTrans" presStyleLbl="sibTrans2D1" presStyleIdx="0" presStyleCnt="0"/>
      <dgm:spPr/>
    </dgm:pt>
    <dgm:pt modelId="{863919A4-950B-4DEE-A3B5-A09D17A39AA8}" type="pres">
      <dgm:prSet presAssocID="{83E784B9-E3C9-4598-ACF1-8F71F4F921C5}" presName="compNode" presStyleCnt="0"/>
      <dgm:spPr/>
    </dgm:pt>
    <dgm:pt modelId="{55600B77-BB25-4299-9EEC-B9A40BB93654}" type="pres">
      <dgm:prSet presAssocID="{83E784B9-E3C9-4598-ACF1-8F71F4F921C5}" presName="iconBgRect" presStyleLbl="bgShp" presStyleIdx="4" presStyleCnt="8"/>
      <dgm:spPr/>
    </dgm:pt>
    <dgm:pt modelId="{629C3DFC-F922-4F24-90A1-5964243F32B1}" type="pres">
      <dgm:prSet presAssocID="{83E784B9-E3C9-4598-ACF1-8F71F4F921C5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EA4F8ED8-C710-480A-9266-5A91D6293ACB}" type="pres">
      <dgm:prSet presAssocID="{83E784B9-E3C9-4598-ACF1-8F71F4F921C5}" presName="spaceRect" presStyleCnt="0"/>
      <dgm:spPr/>
    </dgm:pt>
    <dgm:pt modelId="{8EDFB77F-F2FE-48B8-801E-88EDCDCDD493}" type="pres">
      <dgm:prSet presAssocID="{83E784B9-E3C9-4598-ACF1-8F71F4F921C5}" presName="textRect" presStyleLbl="revTx" presStyleIdx="4" presStyleCnt="8">
        <dgm:presLayoutVars>
          <dgm:chMax val="1"/>
          <dgm:chPref val="1"/>
        </dgm:presLayoutVars>
      </dgm:prSet>
      <dgm:spPr/>
    </dgm:pt>
    <dgm:pt modelId="{629F95FF-50F3-46C5-93F0-0CBE8D72F57F}" type="pres">
      <dgm:prSet presAssocID="{8D717BD9-899E-4B02-81EA-B2DBEB580B97}" presName="sibTrans" presStyleLbl="sibTrans2D1" presStyleIdx="0" presStyleCnt="0"/>
      <dgm:spPr/>
    </dgm:pt>
    <dgm:pt modelId="{89655606-456B-47B3-A76E-98A087B57DE4}" type="pres">
      <dgm:prSet presAssocID="{0A50FA78-13DE-4952-8B2D-1BCA0D82D869}" presName="compNode" presStyleCnt="0"/>
      <dgm:spPr/>
    </dgm:pt>
    <dgm:pt modelId="{572EE1D8-932D-449A-B13F-3E75368FF67E}" type="pres">
      <dgm:prSet presAssocID="{0A50FA78-13DE-4952-8B2D-1BCA0D82D869}" presName="iconBgRect" presStyleLbl="bgShp" presStyleIdx="5" presStyleCnt="8"/>
      <dgm:spPr/>
    </dgm:pt>
    <dgm:pt modelId="{DACB12CD-D812-49BD-B2A4-3F373F413DEC}" type="pres">
      <dgm:prSet presAssocID="{0A50FA78-13DE-4952-8B2D-1BCA0D82D869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nut"/>
        </a:ext>
      </dgm:extLst>
    </dgm:pt>
    <dgm:pt modelId="{6E5F5ABF-97AA-4F4C-ABC9-1FE245146B86}" type="pres">
      <dgm:prSet presAssocID="{0A50FA78-13DE-4952-8B2D-1BCA0D82D869}" presName="spaceRect" presStyleCnt="0"/>
      <dgm:spPr/>
    </dgm:pt>
    <dgm:pt modelId="{1CD8192F-CF42-461D-A8E2-3BE1E99E33EB}" type="pres">
      <dgm:prSet presAssocID="{0A50FA78-13DE-4952-8B2D-1BCA0D82D869}" presName="textRect" presStyleLbl="revTx" presStyleIdx="5" presStyleCnt="8">
        <dgm:presLayoutVars>
          <dgm:chMax val="1"/>
          <dgm:chPref val="1"/>
        </dgm:presLayoutVars>
      </dgm:prSet>
      <dgm:spPr/>
    </dgm:pt>
    <dgm:pt modelId="{355F4083-7104-48FF-87D9-902FC310239D}" type="pres">
      <dgm:prSet presAssocID="{0F5B4156-453E-4F1E-B48C-625E8AE93868}" presName="sibTrans" presStyleLbl="sibTrans2D1" presStyleIdx="0" presStyleCnt="0"/>
      <dgm:spPr/>
    </dgm:pt>
    <dgm:pt modelId="{2A91B3CF-D9AB-4B4E-AA51-515E044BDA46}" type="pres">
      <dgm:prSet presAssocID="{53CFFE40-6470-4AB0-852C-874CB01FCAFB}" presName="compNode" presStyleCnt="0"/>
      <dgm:spPr/>
    </dgm:pt>
    <dgm:pt modelId="{DDF44CAC-9F77-46D1-B30D-BB7535A130AC}" type="pres">
      <dgm:prSet presAssocID="{53CFFE40-6470-4AB0-852C-874CB01FCAFB}" presName="iconBgRect" presStyleLbl="bgShp" presStyleIdx="6" presStyleCnt="8"/>
      <dgm:spPr/>
    </dgm:pt>
    <dgm:pt modelId="{D1A49CD9-8393-4804-8073-5B02FFDC9C93}" type="pres">
      <dgm:prSet presAssocID="{53CFFE40-6470-4AB0-852C-874CB01FCAFB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9A284059-00AE-40DC-A80A-F9344FCA006B}" type="pres">
      <dgm:prSet presAssocID="{53CFFE40-6470-4AB0-852C-874CB01FCAFB}" presName="spaceRect" presStyleCnt="0"/>
      <dgm:spPr/>
    </dgm:pt>
    <dgm:pt modelId="{CB295EF8-12BC-45E7-996D-FEA38221F7B0}" type="pres">
      <dgm:prSet presAssocID="{53CFFE40-6470-4AB0-852C-874CB01FCAFB}" presName="textRect" presStyleLbl="revTx" presStyleIdx="6" presStyleCnt="8">
        <dgm:presLayoutVars>
          <dgm:chMax val="1"/>
          <dgm:chPref val="1"/>
        </dgm:presLayoutVars>
      </dgm:prSet>
      <dgm:spPr/>
    </dgm:pt>
    <dgm:pt modelId="{E01B79F2-669B-4E61-B642-E16C51D5BBAC}" type="pres">
      <dgm:prSet presAssocID="{D84CFCE3-7681-42C6-9696-776977B09698}" presName="sibTrans" presStyleLbl="sibTrans2D1" presStyleIdx="0" presStyleCnt="0"/>
      <dgm:spPr/>
    </dgm:pt>
    <dgm:pt modelId="{B9D006FD-67AE-4D0A-BBA8-B34315C26FB2}" type="pres">
      <dgm:prSet presAssocID="{27BD54FB-C609-4F17-AF2C-D5E7DC7CC31E}" presName="compNode" presStyleCnt="0"/>
      <dgm:spPr/>
    </dgm:pt>
    <dgm:pt modelId="{2A086AA1-62F8-48CC-ADFF-0879C13E45CB}" type="pres">
      <dgm:prSet presAssocID="{27BD54FB-C609-4F17-AF2C-D5E7DC7CC31E}" presName="iconBgRect" presStyleLbl="bgShp" presStyleIdx="7" presStyleCnt="8"/>
      <dgm:spPr/>
    </dgm:pt>
    <dgm:pt modelId="{7BDE6883-06AF-473D-AD3D-DC6CB85CDEFE}" type="pres">
      <dgm:prSet presAssocID="{27BD54FB-C609-4F17-AF2C-D5E7DC7CC31E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Bar Chart"/>
        </a:ext>
      </dgm:extLst>
    </dgm:pt>
    <dgm:pt modelId="{B203EFDD-CFC4-47C5-90DE-B32AC9A47826}" type="pres">
      <dgm:prSet presAssocID="{27BD54FB-C609-4F17-AF2C-D5E7DC7CC31E}" presName="spaceRect" presStyleCnt="0"/>
      <dgm:spPr/>
    </dgm:pt>
    <dgm:pt modelId="{102D13AE-7ACE-4FCE-AB46-B4D300281A25}" type="pres">
      <dgm:prSet presAssocID="{27BD54FB-C609-4F17-AF2C-D5E7DC7CC31E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0794C505-7EF7-44E4-8C20-F4596CF093A5}" srcId="{48E598B6-58AE-42DE-A932-58674FBDCE69}" destId="{27BD54FB-C609-4F17-AF2C-D5E7DC7CC31E}" srcOrd="7" destOrd="0" parTransId="{64B42884-7BB9-4672-A4F5-61A5E3E8A006}" sibTransId="{0EF8BEE1-0DD0-478B-9782-EACEF380FC1A}"/>
    <dgm:cxn modelId="{A1A7A306-4CB2-4326-9F62-4AB2ADFD663B}" type="presOf" srcId="{0F5B4156-453E-4F1E-B48C-625E8AE93868}" destId="{355F4083-7104-48FF-87D9-902FC310239D}" srcOrd="0" destOrd="0" presId="urn:microsoft.com/office/officeart/2018/2/layout/IconCircleList"/>
    <dgm:cxn modelId="{6DCA6F12-8F0A-4E8D-B6E5-A5CC28987E43}" srcId="{48E598B6-58AE-42DE-A932-58674FBDCE69}" destId="{D143F1BF-3F40-4E6C-9256-0820982E5BF2}" srcOrd="3" destOrd="0" parTransId="{358E03DE-4CBD-4426-B051-3BB5D8F59ED3}" sibTransId="{A1A33BC8-76A9-4909-9C50-B68C912336E1}"/>
    <dgm:cxn modelId="{D85F941D-35DD-4E20-A6E9-5FEF268633E8}" type="presOf" srcId="{8D717BD9-899E-4B02-81EA-B2DBEB580B97}" destId="{629F95FF-50F3-46C5-93F0-0CBE8D72F57F}" srcOrd="0" destOrd="0" presId="urn:microsoft.com/office/officeart/2018/2/layout/IconCircleList"/>
    <dgm:cxn modelId="{7F45D15B-A31D-4466-A3B4-C5AD79BA2633}" type="presOf" srcId="{19C0C29E-FA0F-4DEB-94C8-2B766E80C812}" destId="{81EEBE6D-6281-4E84-AF22-37370DD4FDE7}" srcOrd="0" destOrd="0" presId="urn:microsoft.com/office/officeart/2018/2/layout/IconCircleList"/>
    <dgm:cxn modelId="{CAE48D67-101A-4887-B496-639BA92FD975}" type="presOf" srcId="{D143F1BF-3F40-4E6C-9256-0820982E5BF2}" destId="{2B4019F6-CB26-4434-9514-F7A2DD4AAFF7}" srcOrd="0" destOrd="0" presId="urn:microsoft.com/office/officeart/2018/2/layout/IconCircleList"/>
    <dgm:cxn modelId="{6804A44B-F9E9-4AB7-9265-E8AAA6EA4C86}" type="presOf" srcId="{B672A615-F6E4-4918-AE71-DC3DEFAEC9BE}" destId="{E8BE5013-04C2-499A-953E-E9905004B135}" srcOrd="0" destOrd="0" presId="urn:microsoft.com/office/officeart/2018/2/layout/IconCircleList"/>
    <dgm:cxn modelId="{38BBEA4C-D026-4234-BC6B-0DAC6451E111}" srcId="{48E598B6-58AE-42DE-A932-58674FBDCE69}" destId="{83E784B9-E3C9-4598-ACF1-8F71F4F921C5}" srcOrd="4" destOrd="0" parTransId="{23EE19CA-DC0D-49DF-9AC5-479E40D7B5F8}" sibTransId="{8D717BD9-899E-4B02-81EA-B2DBEB580B97}"/>
    <dgm:cxn modelId="{0D7D0151-74D3-46CD-B414-FB93FE38BB25}" type="presOf" srcId="{89116503-9335-4934-9C4F-53717FCD96AB}" destId="{A70989AA-021E-470D-83D3-F8C0392AC318}" srcOrd="0" destOrd="0" presId="urn:microsoft.com/office/officeart/2018/2/layout/IconCircleList"/>
    <dgm:cxn modelId="{A0F3935A-CB20-4B76-8132-F0369D144AA5}" type="presOf" srcId="{DAA60E48-696C-4052-AFC5-5FEF2790D4DE}" destId="{E1A7D8BD-4584-4463-8607-C7A77474D5F3}" srcOrd="0" destOrd="0" presId="urn:microsoft.com/office/officeart/2018/2/layout/IconCircleList"/>
    <dgm:cxn modelId="{850A6D7D-8CB7-4A4A-8738-B8416CFB5925}" type="presOf" srcId="{83E784B9-E3C9-4598-ACF1-8F71F4F921C5}" destId="{8EDFB77F-F2FE-48B8-801E-88EDCDCDD493}" srcOrd="0" destOrd="0" presId="urn:microsoft.com/office/officeart/2018/2/layout/IconCircleList"/>
    <dgm:cxn modelId="{B58EDB83-84A3-44FC-B410-51A0AB687495}" type="presOf" srcId="{BE89B785-7A05-4613-92FA-F144F7E8F315}" destId="{3804864C-052E-4DC8-BE73-DEDAA14B0A6B}" srcOrd="0" destOrd="0" presId="urn:microsoft.com/office/officeart/2018/2/layout/IconCircleList"/>
    <dgm:cxn modelId="{C14D7784-6851-4955-A15B-855E2C93DDD9}" type="presOf" srcId="{53CFFE40-6470-4AB0-852C-874CB01FCAFB}" destId="{CB295EF8-12BC-45E7-996D-FEA38221F7B0}" srcOrd="0" destOrd="0" presId="urn:microsoft.com/office/officeart/2018/2/layout/IconCircleList"/>
    <dgm:cxn modelId="{0B53888C-5F98-472C-8D11-1A9C62DC58E9}" srcId="{48E598B6-58AE-42DE-A932-58674FBDCE69}" destId="{0A50FA78-13DE-4952-8B2D-1BCA0D82D869}" srcOrd="5" destOrd="0" parTransId="{E561531C-C7AA-452D-8D46-F9F5B0939D51}" sibTransId="{0F5B4156-453E-4F1E-B48C-625E8AE93868}"/>
    <dgm:cxn modelId="{2362509A-04E3-4D73-8E96-E883E9F236F2}" type="presOf" srcId="{48E598B6-58AE-42DE-A932-58674FBDCE69}" destId="{5B92C1B9-BFBB-4593-A6A0-6030A783DCD0}" srcOrd="0" destOrd="0" presId="urn:microsoft.com/office/officeart/2018/2/layout/IconCircleList"/>
    <dgm:cxn modelId="{8C32899E-0013-479D-A52E-0006969DFDD8}" srcId="{48E598B6-58AE-42DE-A932-58674FBDCE69}" destId="{53CFFE40-6470-4AB0-852C-874CB01FCAFB}" srcOrd="6" destOrd="0" parTransId="{5F8154EE-AB0A-417B-A344-73C76F99A59A}" sibTransId="{D84CFCE3-7681-42C6-9696-776977B09698}"/>
    <dgm:cxn modelId="{893E1AA9-9939-412E-814B-069AB17485FF}" type="presOf" srcId="{D84CFCE3-7681-42C6-9696-776977B09698}" destId="{E01B79F2-669B-4E61-B642-E16C51D5BBAC}" srcOrd="0" destOrd="0" presId="urn:microsoft.com/office/officeart/2018/2/layout/IconCircleList"/>
    <dgm:cxn modelId="{DC7950A9-1A2D-4374-A3E5-C69F15286BD9}" srcId="{48E598B6-58AE-42DE-A932-58674FBDCE69}" destId="{DAA60E48-696C-4052-AFC5-5FEF2790D4DE}" srcOrd="2" destOrd="0" parTransId="{AAFCAD70-959E-4E16-A900-1BF2787E021F}" sibTransId="{B672A615-F6E4-4918-AE71-DC3DEFAEC9BE}"/>
    <dgm:cxn modelId="{F17B2EB5-3E0C-473C-948D-120AC13B3EF3}" type="presOf" srcId="{7D0E11D8-CA9B-4337-B287-106AA304485D}" destId="{B74D1BB2-9295-40D6-85CA-3B716AEE1179}" srcOrd="0" destOrd="0" presId="urn:microsoft.com/office/officeart/2018/2/layout/IconCircleList"/>
    <dgm:cxn modelId="{B3305BC8-574C-4600-A4C2-A03D59CD8155}" srcId="{48E598B6-58AE-42DE-A932-58674FBDCE69}" destId="{89116503-9335-4934-9C4F-53717FCD96AB}" srcOrd="1" destOrd="0" parTransId="{2D196C9B-8063-481C-8050-F40251FEBCA0}" sibTransId="{19C0C29E-FA0F-4DEB-94C8-2B766E80C812}"/>
    <dgm:cxn modelId="{89B410CC-4DE7-4588-B565-DA7CE9687CE8}" type="presOf" srcId="{27BD54FB-C609-4F17-AF2C-D5E7DC7CC31E}" destId="{102D13AE-7ACE-4FCE-AB46-B4D300281A25}" srcOrd="0" destOrd="0" presId="urn:microsoft.com/office/officeart/2018/2/layout/IconCircleList"/>
    <dgm:cxn modelId="{33277ED3-095B-4AB5-B47B-3E13C0CD38CB}" srcId="{48E598B6-58AE-42DE-A932-58674FBDCE69}" destId="{BE89B785-7A05-4613-92FA-F144F7E8F315}" srcOrd="0" destOrd="0" parTransId="{4AAB1C6E-0400-4A1C-9BAF-96F787DF7460}" sibTransId="{7D0E11D8-CA9B-4337-B287-106AA304485D}"/>
    <dgm:cxn modelId="{4DAFABD3-6D7D-499B-992B-FC48FE11070B}" type="presOf" srcId="{0A50FA78-13DE-4952-8B2D-1BCA0D82D869}" destId="{1CD8192F-CF42-461D-A8E2-3BE1E99E33EB}" srcOrd="0" destOrd="0" presId="urn:microsoft.com/office/officeart/2018/2/layout/IconCircleList"/>
    <dgm:cxn modelId="{F6F24EF9-5C35-41A6-95E2-8D844BDD6AC6}" type="presOf" srcId="{A1A33BC8-76A9-4909-9C50-B68C912336E1}" destId="{77BEBE3F-4F46-4AEC-8C99-B9FE4E9C2B8B}" srcOrd="0" destOrd="0" presId="urn:microsoft.com/office/officeart/2018/2/layout/IconCircleList"/>
    <dgm:cxn modelId="{D24CC597-5DF8-435E-8799-1C580DF96EEA}" type="presParOf" srcId="{5B92C1B9-BFBB-4593-A6A0-6030A783DCD0}" destId="{679EFA49-31CA-479F-9291-E981BD5C9B03}" srcOrd="0" destOrd="0" presId="urn:microsoft.com/office/officeart/2018/2/layout/IconCircleList"/>
    <dgm:cxn modelId="{4083CCFD-1AFA-42AB-A3C5-CB6955170A7F}" type="presParOf" srcId="{679EFA49-31CA-479F-9291-E981BD5C9B03}" destId="{36C17C8D-5AFB-463D-B258-9A0B8BB53247}" srcOrd="0" destOrd="0" presId="urn:microsoft.com/office/officeart/2018/2/layout/IconCircleList"/>
    <dgm:cxn modelId="{5F260C4E-A338-46C2-A3BF-D7465AAFA217}" type="presParOf" srcId="{36C17C8D-5AFB-463D-B258-9A0B8BB53247}" destId="{8B14DF99-22C0-44E6-ACAD-CEFDEA484E17}" srcOrd="0" destOrd="0" presId="urn:microsoft.com/office/officeart/2018/2/layout/IconCircleList"/>
    <dgm:cxn modelId="{611B492B-0101-4240-A28C-75086BF40E1C}" type="presParOf" srcId="{36C17C8D-5AFB-463D-B258-9A0B8BB53247}" destId="{C914A829-BA11-4E49-A333-C54868E5F9FF}" srcOrd="1" destOrd="0" presId="urn:microsoft.com/office/officeart/2018/2/layout/IconCircleList"/>
    <dgm:cxn modelId="{C2FCFBBC-6DC2-4C1B-A340-B4895ECB04FC}" type="presParOf" srcId="{36C17C8D-5AFB-463D-B258-9A0B8BB53247}" destId="{9FE95633-8337-4481-BFF7-EFB4E4BF8DBD}" srcOrd="2" destOrd="0" presId="urn:microsoft.com/office/officeart/2018/2/layout/IconCircleList"/>
    <dgm:cxn modelId="{73D098FC-8766-4C57-9E4D-70DD53B2A1FA}" type="presParOf" srcId="{36C17C8D-5AFB-463D-B258-9A0B8BB53247}" destId="{3804864C-052E-4DC8-BE73-DEDAA14B0A6B}" srcOrd="3" destOrd="0" presId="urn:microsoft.com/office/officeart/2018/2/layout/IconCircleList"/>
    <dgm:cxn modelId="{1B2D7B1B-8356-4E74-BE02-C455CF48F515}" type="presParOf" srcId="{679EFA49-31CA-479F-9291-E981BD5C9B03}" destId="{B74D1BB2-9295-40D6-85CA-3B716AEE1179}" srcOrd="1" destOrd="0" presId="urn:microsoft.com/office/officeart/2018/2/layout/IconCircleList"/>
    <dgm:cxn modelId="{F334DD77-3BE0-44DE-BA83-DFA43BC6B157}" type="presParOf" srcId="{679EFA49-31CA-479F-9291-E981BD5C9B03}" destId="{35187A81-F5E0-47A6-9DF6-C3F2729348DF}" srcOrd="2" destOrd="0" presId="urn:microsoft.com/office/officeart/2018/2/layout/IconCircleList"/>
    <dgm:cxn modelId="{81A2F702-516A-4B88-B32D-9F911281F7E6}" type="presParOf" srcId="{35187A81-F5E0-47A6-9DF6-C3F2729348DF}" destId="{58AD7E46-596A-4A1B-B818-3CB2150431E4}" srcOrd="0" destOrd="0" presId="urn:microsoft.com/office/officeart/2018/2/layout/IconCircleList"/>
    <dgm:cxn modelId="{2024C10F-59EC-4B7E-A03C-5FAF6F2E1171}" type="presParOf" srcId="{35187A81-F5E0-47A6-9DF6-C3F2729348DF}" destId="{2BA96431-8615-47BF-945D-FEBD6FA197F2}" srcOrd="1" destOrd="0" presId="urn:microsoft.com/office/officeart/2018/2/layout/IconCircleList"/>
    <dgm:cxn modelId="{F6CC3958-3985-4A3F-9F9D-458B1EEE3E96}" type="presParOf" srcId="{35187A81-F5E0-47A6-9DF6-C3F2729348DF}" destId="{D472A4F1-F3C0-4F9C-A11E-40710E2DDA81}" srcOrd="2" destOrd="0" presId="urn:microsoft.com/office/officeart/2018/2/layout/IconCircleList"/>
    <dgm:cxn modelId="{C4BCBD50-6436-4C72-A207-CEA0B2A3F7EC}" type="presParOf" srcId="{35187A81-F5E0-47A6-9DF6-C3F2729348DF}" destId="{A70989AA-021E-470D-83D3-F8C0392AC318}" srcOrd="3" destOrd="0" presId="urn:microsoft.com/office/officeart/2018/2/layout/IconCircleList"/>
    <dgm:cxn modelId="{3A5F432A-63F3-4BD8-A9DF-A7824A1ADAAA}" type="presParOf" srcId="{679EFA49-31CA-479F-9291-E981BD5C9B03}" destId="{81EEBE6D-6281-4E84-AF22-37370DD4FDE7}" srcOrd="3" destOrd="0" presId="urn:microsoft.com/office/officeart/2018/2/layout/IconCircleList"/>
    <dgm:cxn modelId="{DD3A5B7D-D42B-4151-BDFA-79E56162780D}" type="presParOf" srcId="{679EFA49-31CA-479F-9291-E981BD5C9B03}" destId="{A0EDAEF1-14B1-42E6-B3D1-43630145955D}" srcOrd="4" destOrd="0" presId="urn:microsoft.com/office/officeart/2018/2/layout/IconCircleList"/>
    <dgm:cxn modelId="{5B40DB09-12B7-4E11-88B1-A7B71DCF6605}" type="presParOf" srcId="{A0EDAEF1-14B1-42E6-B3D1-43630145955D}" destId="{EEA68C6B-170A-4FE1-B3FE-A9F5793D342A}" srcOrd="0" destOrd="0" presId="urn:microsoft.com/office/officeart/2018/2/layout/IconCircleList"/>
    <dgm:cxn modelId="{7305CF02-95D1-415D-8D11-C3D76476F6AE}" type="presParOf" srcId="{A0EDAEF1-14B1-42E6-B3D1-43630145955D}" destId="{3CE04B0A-4331-4424-B86A-F732DC7B024B}" srcOrd="1" destOrd="0" presId="urn:microsoft.com/office/officeart/2018/2/layout/IconCircleList"/>
    <dgm:cxn modelId="{A128B77D-D0EE-4C5C-8BF0-B49B328C153B}" type="presParOf" srcId="{A0EDAEF1-14B1-42E6-B3D1-43630145955D}" destId="{EDF209BF-43D9-4C77-A1AC-AFD137FC5AF9}" srcOrd="2" destOrd="0" presId="urn:microsoft.com/office/officeart/2018/2/layout/IconCircleList"/>
    <dgm:cxn modelId="{998914BF-7761-4698-8237-9C28F5200895}" type="presParOf" srcId="{A0EDAEF1-14B1-42E6-B3D1-43630145955D}" destId="{E1A7D8BD-4584-4463-8607-C7A77474D5F3}" srcOrd="3" destOrd="0" presId="urn:microsoft.com/office/officeart/2018/2/layout/IconCircleList"/>
    <dgm:cxn modelId="{148BEAFE-C559-41D6-A7A4-AED3BB673762}" type="presParOf" srcId="{679EFA49-31CA-479F-9291-E981BD5C9B03}" destId="{E8BE5013-04C2-499A-953E-E9905004B135}" srcOrd="5" destOrd="0" presId="urn:microsoft.com/office/officeart/2018/2/layout/IconCircleList"/>
    <dgm:cxn modelId="{2C8A7390-F42D-4B33-8C4E-6C86827E122D}" type="presParOf" srcId="{679EFA49-31CA-479F-9291-E981BD5C9B03}" destId="{E056A667-881E-48C1-A557-4A3A43F7F33B}" srcOrd="6" destOrd="0" presId="urn:microsoft.com/office/officeart/2018/2/layout/IconCircleList"/>
    <dgm:cxn modelId="{5432C575-799A-4CCB-96F6-B2F75D6BFF4E}" type="presParOf" srcId="{E056A667-881E-48C1-A557-4A3A43F7F33B}" destId="{F6E56DE0-D177-44C0-908E-C453A3BFFE2F}" srcOrd="0" destOrd="0" presId="urn:microsoft.com/office/officeart/2018/2/layout/IconCircleList"/>
    <dgm:cxn modelId="{CA4CF13A-D948-4DAC-A2DD-97F475120AD7}" type="presParOf" srcId="{E056A667-881E-48C1-A557-4A3A43F7F33B}" destId="{68ADB848-1CEE-43AD-97BA-9C54081C055D}" srcOrd="1" destOrd="0" presId="urn:microsoft.com/office/officeart/2018/2/layout/IconCircleList"/>
    <dgm:cxn modelId="{57CF86A2-0CBC-4FFE-A20B-F082D914DE20}" type="presParOf" srcId="{E056A667-881E-48C1-A557-4A3A43F7F33B}" destId="{06BDABFD-9223-4AF9-A30A-9D480621E3F7}" srcOrd="2" destOrd="0" presId="urn:microsoft.com/office/officeart/2018/2/layout/IconCircleList"/>
    <dgm:cxn modelId="{037E2CC1-3DDA-4F15-9CAC-B2C54A773D34}" type="presParOf" srcId="{E056A667-881E-48C1-A557-4A3A43F7F33B}" destId="{2B4019F6-CB26-4434-9514-F7A2DD4AAFF7}" srcOrd="3" destOrd="0" presId="urn:microsoft.com/office/officeart/2018/2/layout/IconCircleList"/>
    <dgm:cxn modelId="{222AE3D8-CC08-4505-AB79-5240B003F19E}" type="presParOf" srcId="{679EFA49-31CA-479F-9291-E981BD5C9B03}" destId="{77BEBE3F-4F46-4AEC-8C99-B9FE4E9C2B8B}" srcOrd="7" destOrd="0" presId="urn:microsoft.com/office/officeart/2018/2/layout/IconCircleList"/>
    <dgm:cxn modelId="{1D929E87-997E-4C79-B105-1DBC1DBFB6DD}" type="presParOf" srcId="{679EFA49-31CA-479F-9291-E981BD5C9B03}" destId="{863919A4-950B-4DEE-A3B5-A09D17A39AA8}" srcOrd="8" destOrd="0" presId="urn:microsoft.com/office/officeart/2018/2/layout/IconCircleList"/>
    <dgm:cxn modelId="{864420CD-1AFA-43C5-95B0-640F17670DF9}" type="presParOf" srcId="{863919A4-950B-4DEE-A3B5-A09D17A39AA8}" destId="{55600B77-BB25-4299-9EEC-B9A40BB93654}" srcOrd="0" destOrd="0" presId="urn:microsoft.com/office/officeart/2018/2/layout/IconCircleList"/>
    <dgm:cxn modelId="{939B0B0F-2DB8-4EF5-AB29-80F644535D05}" type="presParOf" srcId="{863919A4-950B-4DEE-A3B5-A09D17A39AA8}" destId="{629C3DFC-F922-4F24-90A1-5964243F32B1}" srcOrd="1" destOrd="0" presId="urn:microsoft.com/office/officeart/2018/2/layout/IconCircleList"/>
    <dgm:cxn modelId="{F8551AAA-E1BA-4C97-AFD2-834DA636FE23}" type="presParOf" srcId="{863919A4-950B-4DEE-A3B5-A09D17A39AA8}" destId="{EA4F8ED8-C710-480A-9266-5A91D6293ACB}" srcOrd="2" destOrd="0" presId="urn:microsoft.com/office/officeart/2018/2/layout/IconCircleList"/>
    <dgm:cxn modelId="{15A820DA-B572-425F-9E96-4F3793775A7B}" type="presParOf" srcId="{863919A4-950B-4DEE-A3B5-A09D17A39AA8}" destId="{8EDFB77F-F2FE-48B8-801E-88EDCDCDD493}" srcOrd="3" destOrd="0" presId="urn:microsoft.com/office/officeart/2018/2/layout/IconCircleList"/>
    <dgm:cxn modelId="{7DD8E9F0-222A-4CB2-AC4F-D09F79C4FBEC}" type="presParOf" srcId="{679EFA49-31CA-479F-9291-E981BD5C9B03}" destId="{629F95FF-50F3-46C5-93F0-0CBE8D72F57F}" srcOrd="9" destOrd="0" presId="urn:microsoft.com/office/officeart/2018/2/layout/IconCircleList"/>
    <dgm:cxn modelId="{649C8DA9-6288-415D-ABE9-8D0363520E7B}" type="presParOf" srcId="{679EFA49-31CA-479F-9291-E981BD5C9B03}" destId="{89655606-456B-47B3-A76E-98A087B57DE4}" srcOrd="10" destOrd="0" presId="urn:microsoft.com/office/officeart/2018/2/layout/IconCircleList"/>
    <dgm:cxn modelId="{881867AB-ED14-4949-9FB2-0DB60221EC82}" type="presParOf" srcId="{89655606-456B-47B3-A76E-98A087B57DE4}" destId="{572EE1D8-932D-449A-B13F-3E75368FF67E}" srcOrd="0" destOrd="0" presId="urn:microsoft.com/office/officeart/2018/2/layout/IconCircleList"/>
    <dgm:cxn modelId="{754C11D5-F254-42A0-AC50-8348BBC76DAF}" type="presParOf" srcId="{89655606-456B-47B3-A76E-98A087B57DE4}" destId="{DACB12CD-D812-49BD-B2A4-3F373F413DEC}" srcOrd="1" destOrd="0" presId="urn:microsoft.com/office/officeart/2018/2/layout/IconCircleList"/>
    <dgm:cxn modelId="{A977AFDB-B7DE-4BF9-8A31-D55CBB24A07F}" type="presParOf" srcId="{89655606-456B-47B3-A76E-98A087B57DE4}" destId="{6E5F5ABF-97AA-4F4C-ABC9-1FE245146B86}" srcOrd="2" destOrd="0" presId="urn:microsoft.com/office/officeart/2018/2/layout/IconCircleList"/>
    <dgm:cxn modelId="{B6F99C9A-A010-4299-B7FF-65A1B2B234FA}" type="presParOf" srcId="{89655606-456B-47B3-A76E-98A087B57DE4}" destId="{1CD8192F-CF42-461D-A8E2-3BE1E99E33EB}" srcOrd="3" destOrd="0" presId="urn:microsoft.com/office/officeart/2018/2/layout/IconCircleList"/>
    <dgm:cxn modelId="{F1DABAB9-F7E1-4C42-A791-AC66061563D2}" type="presParOf" srcId="{679EFA49-31CA-479F-9291-E981BD5C9B03}" destId="{355F4083-7104-48FF-87D9-902FC310239D}" srcOrd="11" destOrd="0" presId="urn:microsoft.com/office/officeart/2018/2/layout/IconCircleList"/>
    <dgm:cxn modelId="{23F5B1B1-B33F-4180-85D5-834198810D38}" type="presParOf" srcId="{679EFA49-31CA-479F-9291-E981BD5C9B03}" destId="{2A91B3CF-D9AB-4B4E-AA51-515E044BDA46}" srcOrd="12" destOrd="0" presId="urn:microsoft.com/office/officeart/2018/2/layout/IconCircleList"/>
    <dgm:cxn modelId="{3427F0B0-228C-4FFD-BD2D-ACB7336EBB16}" type="presParOf" srcId="{2A91B3CF-D9AB-4B4E-AA51-515E044BDA46}" destId="{DDF44CAC-9F77-46D1-B30D-BB7535A130AC}" srcOrd="0" destOrd="0" presId="urn:microsoft.com/office/officeart/2018/2/layout/IconCircleList"/>
    <dgm:cxn modelId="{0D4B47EC-7732-4891-8082-DB9EB3AE989C}" type="presParOf" srcId="{2A91B3CF-D9AB-4B4E-AA51-515E044BDA46}" destId="{D1A49CD9-8393-4804-8073-5B02FFDC9C93}" srcOrd="1" destOrd="0" presId="urn:microsoft.com/office/officeart/2018/2/layout/IconCircleList"/>
    <dgm:cxn modelId="{8EBC8B7F-7EB8-4B53-AE16-0D3BAA31BD58}" type="presParOf" srcId="{2A91B3CF-D9AB-4B4E-AA51-515E044BDA46}" destId="{9A284059-00AE-40DC-A80A-F9344FCA006B}" srcOrd="2" destOrd="0" presId="urn:microsoft.com/office/officeart/2018/2/layout/IconCircleList"/>
    <dgm:cxn modelId="{3A9F689D-849B-4FB4-B9F2-AC7E107BAF4E}" type="presParOf" srcId="{2A91B3CF-D9AB-4B4E-AA51-515E044BDA46}" destId="{CB295EF8-12BC-45E7-996D-FEA38221F7B0}" srcOrd="3" destOrd="0" presId="urn:microsoft.com/office/officeart/2018/2/layout/IconCircleList"/>
    <dgm:cxn modelId="{C3F3E3F1-CED9-4B99-96A7-0F8A90395831}" type="presParOf" srcId="{679EFA49-31CA-479F-9291-E981BD5C9B03}" destId="{E01B79F2-669B-4E61-B642-E16C51D5BBAC}" srcOrd="13" destOrd="0" presId="urn:microsoft.com/office/officeart/2018/2/layout/IconCircleList"/>
    <dgm:cxn modelId="{70C5710E-596F-4C8B-9B47-02FB39C33B90}" type="presParOf" srcId="{679EFA49-31CA-479F-9291-E981BD5C9B03}" destId="{B9D006FD-67AE-4D0A-BBA8-B34315C26FB2}" srcOrd="14" destOrd="0" presId="urn:microsoft.com/office/officeart/2018/2/layout/IconCircleList"/>
    <dgm:cxn modelId="{E8B64483-FD58-4D59-B990-E2E4F6B2AABB}" type="presParOf" srcId="{B9D006FD-67AE-4D0A-BBA8-B34315C26FB2}" destId="{2A086AA1-62F8-48CC-ADFF-0879C13E45CB}" srcOrd="0" destOrd="0" presId="urn:microsoft.com/office/officeart/2018/2/layout/IconCircleList"/>
    <dgm:cxn modelId="{1196E2FB-4158-4DFD-9FF8-64455975C8E2}" type="presParOf" srcId="{B9D006FD-67AE-4D0A-BBA8-B34315C26FB2}" destId="{7BDE6883-06AF-473D-AD3D-DC6CB85CDEFE}" srcOrd="1" destOrd="0" presId="urn:microsoft.com/office/officeart/2018/2/layout/IconCircleList"/>
    <dgm:cxn modelId="{56B99B4E-8EAE-4679-85F4-0444102677F4}" type="presParOf" srcId="{B9D006FD-67AE-4D0A-BBA8-B34315C26FB2}" destId="{B203EFDD-CFC4-47C5-90DE-B32AC9A47826}" srcOrd="2" destOrd="0" presId="urn:microsoft.com/office/officeart/2018/2/layout/IconCircleList"/>
    <dgm:cxn modelId="{ECF78C5B-31B7-43D9-A39B-B17F263D9749}" type="presParOf" srcId="{B9D006FD-67AE-4D0A-BBA8-B34315C26FB2}" destId="{102D13AE-7ACE-4FCE-AB46-B4D300281A2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0F1D4BB-54AD-4D85-A93A-4A6966459FFA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DF00E491-C159-4019-9BAF-346D2E16C1B5}">
      <dgm:prSet/>
      <dgm:spPr/>
      <dgm:t>
        <a:bodyPr/>
        <a:lstStyle/>
        <a:p>
          <a:r>
            <a:rPr lang="en-US"/>
            <a:t>1. Phones sub-category had the highest sales.</a:t>
          </a:r>
        </a:p>
      </dgm:t>
    </dgm:pt>
    <dgm:pt modelId="{4FF8F4DA-9F3F-409B-B079-EBE0B8B0234A}" type="parTrans" cxnId="{2CEC6E92-203E-49F0-8877-2A9A7DA2E2F8}">
      <dgm:prSet/>
      <dgm:spPr/>
      <dgm:t>
        <a:bodyPr/>
        <a:lstStyle/>
        <a:p>
          <a:endParaRPr lang="en-US"/>
        </a:p>
      </dgm:t>
    </dgm:pt>
    <dgm:pt modelId="{F6F460AA-F568-4264-937A-64E86EFF2519}" type="sibTrans" cxnId="{2CEC6E92-203E-49F0-8877-2A9A7DA2E2F8}">
      <dgm:prSet/>
      <dgm:spPr/>
      <dgm:t>
        <a:bodyPr/>
        <a:lstStyle/>
        <a:p>
          <a:endParaRPr lang="en-US"/>
        </a:p>
      </dgm:t>
    </dgm:pt>
    <dgm:pt modelId="{1627B150-D791-4952-9F7B-A499EF1C0487}">
      <dgm:prSet/>
      <dgm:spPr/>
      <dgm:t>
        <a:bodyPr/>
        <a:lstStyle/>
        <a:p>
          <a:r>
            <a:rPr lang="en-US"/>
            <a:t>2. Central region generated the most profit.</a:t>
          </a:r>
        </a:p>
      </dgm:t>
    </dgm:pt>
    <dgm:pt modelId="{8D98E22A-244D-4A48-AF5F-DDCBE454DF17}" type="parTrans" cxnId="{5BB3121D-82CC-49A9-B1DC-485690FCC766}">
      <dgm:prSet/>
      <dgm:spPr/>
      <dgm:t>
        <a:bodyPr/>
        <a:lstStyle/>
        <a:p>
          <a:endParaRPr lang="en-US"/>
        </a:p>
      </dgm:t>
    </dgm:pt>
    <dgm:pt modelId="{38DE4E58-88A8-4ADD-916B-B2F30B13B974}" type="sibTrans" cxnId="{5BB3121D-82CC-49A9-B1DC-485690FCC766}">
      <dgm:prSet/>
      <dgm:spPr/>
      <dgm:t>
        <a:bodyPr/>
        <a:lstStyle/>
        <a:p>
          <a:endParaRPr lang="en-US"/>
        </a:p>
      </dgm:t>
    </dgm:pt>
    <dgm:pt modelId="{1541BA9F-3AA3-4307-9A66-20863D0A2C62}">
      <dgm:prSet/>
      <dgm:spPr/>
      <dgm:t>
        <a:bodyPr/>
        <a:lstStyle/>
        <a:p>
          <a:r>
            <a:rPr lang="en-US"/>
            <a:t>3. Standard shipping was used the most.</a:t>
          </a:r>
        </a:p>
      </dgm:t>
    </dgm:pt>
    <dgm:pt modelId="{31C8C5BE-9D89-4218-B73B-0EFB5B22EDF8}" type="parTrans" cxnId="{692A84E6-94A2-4C46-8F79-26185070B9EA}">
      <dgm:prSet/>
      <dgm:spPr/>
      <dgm:t>
        <a:bodyPr/>
        <a:lstStyle/>
        <a:p>
          <a:endParaRPr lang="en-US"/>
        </a:p>
      </dgm:t>
    </dgm:pt>
    <dgm:pt modelId="{9C02477C-380E-44DF-A741-B2A113ACE527}" type="sibTrans" cxnId="{692A84E6-94A2-4C46-8F79-26185070B9EA}">
      <dgm:prSet/>
      <dgm:spPr/>
      <dgm:t>
        <a:bodyPr/>
        <a:lstStyle/>
        <a:p>
          <a:endParaRPr lang="en-US"/>
        </a:p>
      </dgm:t>
    </dgm:pt>
    <dgm:pt modelId="{E924C35E-A4D2-4D7E-B6E1-AABA61E01B0E}">
      <dgm:prSet/>
      <dgm:spPr/>
      <dgm:t>
        <a:bodyPr/>
        <a:lstStyle/>
        <a:p>
          <a:r>
            <a:rPr lang="en-US"/>
            <a:t>4. Office Supplies was the top-performing category.</a:t>
          </a:r>
        </a:p>
      </dgm:t>
    </dgm:pt>
    <dgm:pt modelId="{F80C5C24-2C2B-45D8-98EE-EADA6C2CC3C0}" type="parTrans" cxnId="{BD5063DC-D6A4-4540-B79C-F96B28D08BE9}">
      <dgm:prSet/>
      <dgm:spPr/>
      <dgm:t>
        <a:bodyPr/>
        <a:lstStyle/>
        <a:p>
          <a:endParaRPr lang="en-US"/>
        </a:p>
      </dgm:t>
    </dgm:pt>
    <dgm:pt modelId="{6985532A-F446-4C3A-AF75-DC845EC5BEF7}" type="sibTrans" cxnId="{BD5063DC-D6A4-4540-B79C-F96B28D08BE9}">
      <dgm:prSet/>
      <dgm:spPr/>
      <dgm:t>
        <a:bodyPr/>
        <a:lstStyle/>
        <a:p>
          <a:endParaRPr lang="en-US"/>
        </a:p>
      </dgm:t>
    </dgm:pt>
    <dgm:pt modelId="{6D4BE29A-2423-49B6-8D51-63E23C3CF4F2}" type="pres">
      <dgm:prSet presAssocID="{70F1D4BB-54AD-4D85-A93A-4A6966459FFA}" presName="root" presStyleCnt="0">
        <dgm:presLayoutVars>
          <dgm:dir/>
          <dgm:resizeHandles val="exact"/>
        </dgm:presLayoutVars>
      </dgm:prSet>
      <dgm:spPr/>
    </dgm:pt>
    <dgm:pt modelId="{1A2B03B7-8826-4A91-B61C-82D0B319AC84}" type="pres">
      <dgm:prSet presAssocID="{70F1D4BB-54AD-4D85-A93A-4A6966459FFA}" presName="container" presStyleCnt="0">
        <dgm:presLayoutVars>
          <dgm:dir/>
          <dgm:resizeHandles val="exact"/>
        </dgm:presLayoutVars>
      </dgm:prSet>
      <dgm:spPr/>
    </dgm:pt>
    <dgm:pt modelId="{F48B606E-2E9B-4E56-A04D-B37EBD4343DE}" type="pres">
      <dgm:prSet presAssocID="{DF00E491-C159-4019-9BAF-346D2E16C1B5}" presName="compNode" presStyleCnt="0"/>
      <dgm:spPr/>
    </dgm:pt>
    <dgm:pt modelId="{3E02703C-ABA9-4671-B2E7-8493AC34008F}" type="pres">
      <dgm:prSet presAssocID="{DF00E491-C159-4019-9BAF-346D2E16C1B5}" presName="iconBgRect" presStyleLbl="bgShp" presStyleIdx="0" presStyleCnt="4"/>
      <dgm:spPr/>
    </dgm:pt>
    <dgm:pt modelId="{1BA28F6F-3AA2-4886-8190-7BC2743A6EC3}" type="pres">
      <dgm:prSet presAssocID="{DF00E491-C159-4019-9BAF-346D2E16C1B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9FE3F174-E24F-4A3A-AAB8-A6BE70A4B51A}" type="pres">
      <dgm:prSet presAssocID="{DF00E491-C159-4019-9BAF-346D2E16C1B5}" presName="spaceRect" presStyleCnt="0"/>
      <dgm:spPr/>
    </dgm:pt>
    <dgm:pt modelId="{907E6A77-0640-4E41-A14A-DAD1616DFE8E}" type="pres">
      <dgm:prSet presAssocID="{DF00E491-C159-4019-9BAF-346D2E16C1B5}" presName="textRect" presStyleLbl="revTx" presStyleIdx="0" presStyleCnt="4">
        <dgm:presLayoutVars>
          <dgm:chMax val="1"/>
          <dgm:chPref val="1"/>
        </dgm:presLayoutVars>
      </dgm:prSet>
      <dgm:spPr/>
    </dgm:pt>
    <dgm:pt modelId="{D1462F8C-4913-4050-9B85-485780181AC5}" type="pres">
      <dgm:prSet presAssocID="{F6F460AA-F568-4264-937A-64E86EFF2519}" presName="sibTrans" presStyleLbl="sibTrans2D1" presStyleIdx="0" presStyleCnt="0"/>
      <dgm:spPr/>
    </dgm:pt>
    <dgm:pt modelId="{E806EF3F-04A8-4B9E-AA3F-6244CFD4899E}" type="pres">
      <dgm:prSet presAssocID="{1627B150-D791-4952-9F7B-A499EF1C0487}" presName="compNode" presStyleCnt="0"/>
      <dgm:spPr/>
    </dgm:pt>
    <dgm:pt modelId="{FB5A9A77-0C4D-4CEC-A634-C709D34C8D9A}" type="pres">
      <dgm:prSet presAssocID="{1627B150-D791-4952-9F7B-A499EF1C0487}" presName="iconBgRect" presStyleLbl="bgShp" presStyleIdx="1" presStyleCnt="4"/>
      <dgm:spPr/>
    </dgm:pt>
    <dgm:pt modelId="{27C41EBA-17C2-4D89-A6FC-C5BACE2D422E}" type="pres">
      <dgm:prSet presAssocID="{1627B150-D791-4952-9F7B-A499EF1C048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387A01EC-E952-47E0-B2B8-6DFECE04FAF1}" type="pres">
      <dgm:prSet presAssocID="{1627B150-D791-4952-9F7B-A499EF1C0487}" presName="spaceRect" presStyleCnt="0"/>
      <dgm:spPr/>
    </dgm:pt>
    <dgm:pt modelId="{8656338C-FD80-4B28-9025-A781FC2C6632}" type="pres">
      <dgm:prSet presAssocID="{1627B150-D791-4952-9F7B-A499EF1C0487}" presName="textRect" presStyleLbl="revTx" presStyleIdx="1" presStyleCnt="4">
        <dgm:presLayoutVars>
          <dgm:chMax val="1"/>
          <dgm:chPref val="1"/>
        </dgm:presLayoutVars>
      </dgm:prSet>
      <dgm:spPr/>
    </dgm:pt>
    <dgm:pt modelId="{0EFFC508-BD3C-40FC-B6DC-9FAD572BB6AB}" type="pres">
      <dgm:prSet presAssocID="{38DE4E58-88A8-4ADD-916B-B2F30B13B974}" presName="sibTrans" presStyleLbl="sibTrans2D1" presStyleIdx="0" presStyleCnt="0"/>
      <dgm:spPr/>
    </dgm:pt>
    <dgm:pt modelId="{D21F3681-D868-4078-962F-792722E315E1}" type="pres">
      <dgm:prSet presAssocID="{1541BA9F-3AA3-4307-9A66-20863D0A2C62}" presName="compNode" presStyleCnt="0"/>
      <dgm:spPr/>
    </dgm:pt>
    <dgm:pt modelId="{3ED19DF6-6534-44C4-A7AC-5084626ADC67}" type="pres">
      <dgm:prSet presAssocID="{1541BA9F-3AA3-4307-9A66-20863D0A2C62}" presName="iconBgRect" presStyleLbl="bgShp" presStyleIdx="2" presStyleCnt="4"/>
      <dgm:spPr/>
    </dgm:pt>
    <dgm:pt modelId="{CE99F678-CDC6-4691-BD94-5B7DAE319EA8}" type="pres">
      <dgm:prSet presAssocID="{1541BA9F-3AA3-4307-9A66-20863D0A2C6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g boat"/>
        </a:ext>
      </dgm:extLst>
    </dgm:pt>
    <dgm:pt modelId="{C374458D-A58C-45B8-A86B-ADE83B5B83FC}" type="pres">
      <dgm:prSet presAssocID="{1541BA9F-3AA3-4307-9A66-20863D0A2C62}" presName="spaceRect" presStyleCnt="0"/>
      <dgm:spPr/>
    </dgm:pt>
    <dgm:pt modelId="{4B9769BB-C5F7-4960-AB3B-41297D51BD42}" type="pres">
      <dgm:prSet presAssocID="{1541BA9F-3AA3-4307-9A66-20863D0A2C62}" presName="textRect" presStyleLbl="revTx" presStyleIdx="2" presStyleCnt="4">
        <dgm:presLayoutVars>
          <dgm:chMax val="1"/>
          <dgm:chPref val="1"/>
        </dgm:presLayoutVars>
      </dgm:prSet>
      <dgm:spPr/>
    </dgm:pt>
    <dgm:pt modelId="{F3390EF6-9327-4F3D-9534-B46DBF1D315F}" type="pres">
      <dgm:prSet presAssocID="{9C02477C-380E-44DF-A741-B2A113ACE527}" presName="sibTrans" presStyleLbl="sibTrans2D1" presStyleIdx="0" presStyleCnt="0"/>
      <dgm:spPr/>
    </dgm:pt>
    <dgm:pt modelId="{FC5062D4-B7E2-4ABB-892F-ED6AB016C39B}" type="pres">
      <dgm:prSet presAssocID="{E924C35E-A4D2-4D7E-B6E1-AABA61E01B0E}" presName="compNode" presStyleCnt="0"/>
      <dgm:spPr/>
    </dgm:pt>
    <dgm:pt modelId="{314138C2-4D62-42FC-A130-676931E6C10B}" type="pres">
      <dgm:prSet presAssocID="{E924C35E-A4D2-4D7E-B6E1-AABA61E01B0E}" presName="iconBgRect" presStyleLbl="bgShp" presStyleIdx="3" presStyleCnt="4"/>
      <dgm:spPr/>
    </dgm:pt>
    <dgm:pt modelId="{3A6752B6-6619-4370-9768-8E7D5169EEE7}" type="pres">
      <dgm:prSet presAssocID="{E924C35E-A4D2-4D7E-B6E1-AABA61E01B0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043F497D-571D-4130-B53C-1061BBEAB33E}" type="pres">
      <dgm:prSet presAssocID="{E924C35E-A4D2-4D7E-B6E1-AABA61E01B0E}" presName="spaceRect" presStyleCnt="0"/>
      <dgm:spPr/>
    </dgm:pt>
    <dgm:pt modelId="{2121F030-AFB6-47D4-A016-3C85AA05711C}" type="pres">
      <dgm:prSet presAssocID="{E924C35E-A4D2-4D7E-B6E1-AABA61E01B0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8F65E19-3232-462F-BDC2-BB619998A1D6}" type="presOf" srcId="{F6F460AA-F568-4264-937A-64E86EFF2519}" destId="{D1462F8C-4913-4050-9B85-485780181AC5}" srcOrd="0" destOrd="0" presId="urn:microsoft.com/office/officeart/2018/2/layout/IconCircleList"/>
    <dgm:cxn modelId="{5BB3121D-82CC-49A9-B1DC-485690FCC766}" srcId="{70F1D4BB-54AD-4D85-A93A-4A6966459FFA}" destId="{1627B150-D791-4952-9F7B-A499EF1C0487}" srcOrd="1" destOrd="0" parTransId="{8D98E22A-244D-4A48-AF5F-DDCBE454DF17}" sibTransId="{38DE4E58-88A8-4ADD-916B-B2F30B13B974}"/>
    <dgm:cxn modelId="{575B862D-C5C3-4D3F-993E-738C4DC2724C}" type="presOf" srcId="{9C02477C-380E-44DF-A741-B2A113ACE527}" destId="{F3390EF6-9327-4F3D-9534-B46DBF1D315F}" srcOrd="0" destOrd="0" presId="urn:microsoft.com/office/officeart/2018/2/layout/IconCircleList"/>
    <dgm:cxn modelId="{AFBD0663-4064-4065-B6BE-18C9018C426D}" type="presOf" srcId="{E924C35E-A4D2-4D7E-B6E1-AABA61E01B0E}" destId="{2121F030-AFB6-47D4-A016-3C85AA05711C}" srcOrd="0" destOrd="0" presId="urn:microsoft.com/office/officeart/2018/2/layout/IconCircleList"/>
    <dgm:cxn modelId="{4BD96E70-DFB4-4343-98B1-0089E7CAAE65}" type="presOf" srcId="{1541BA9F-3AA3-4307-9A66-20863D0A2C62}" destId="{4B9769BB-C5F7-4960-AB3B-41297D51BD42}" srcOrd="0" destOrd="0" presId="urn:microsoft.com/office/officeart/2018/2/layout/IconCircleList"/>
    <dgm:cxn modelId="{3A1D3B89-97A5-47CC-8C73-2C34E37AF311}" type="presOf" srcId="{DF00E491-C159-4019-9BAF-346D2E16C1B5}" destId="{907E6A77-0640-4E41-A14A-DAD1616DFE8E}" srcOrd="0" destOrd="0" presId="urn:microsoft.com/office/officeart/2018/2/layout/IconCircleList"/>
    <dgm:cxn modelId="{2CEC6E92-203E-49F0-8877-2A9A7DA2E2F8}" srcId="{70F1D4BB-54AD-4D85-A93A-4A6966459FFA}" destId="{DF00E491-C159-4019-9BAF-346D2E16C1B5}" srcOrd="0" destOrd="0" parTransId="{4FF8F4DA-9F3F-409B-B079-EBE0B8B0234A}" sibTransId="{F6F460AA-F568-4264-937A-64E86EFF2519}"/>
    <dgm:cxn modelId="{D65CC5CD-4D4B-49DD-B889-BC86FCF7C95C}" type="presOf" srcId="{38DE4E58-88A8-4ADD-916B-B2F30B13B974}" destId="{0EFFC508-BD3C-40FC-B6DC-9FAD572BB6AB}" srcOrd="0" destOrd="0" presId="urn:microsoft.com/office/officeart/2018/2/layout/IconCircleList"/>
    <dgm:cxn modelId="{3B06CFD5-546C-4394-980E-9699930D4287}" type="presOf" srcId="{1627B150-D791-4952-9F7B-A499EF1C0487}" destId="{8656338C-FD80-4B28-9025-A781FC2C6632}" srcOrd="0" destOrd="0" presId="urn:microsoft.com/office/officeart/2018/2/layout/IconCircleList"/>
    <dgm:cxn modelId="{BD5063DC-D6A4-4540-B79C-F96B28D08BE9}" srcId="{70F1D4BB-54AD-4D85-A93A-4A6966459FFA}" destId="{E924C35E-A4D2-4D7E-B6E1-AABA61E01B0E}" srcOrd="3" destOrd="0" parTransId="{F80C5C24-2C2B-45D8-98EE-EADA6C2CC3C0}" sibTransId="{6985532A-F446-4C3A-AF75-DC845EC5BEF7}"/>
    <dgm:cxn modelId="{692A84E6-94A2-4C46-8F79-26185070B9EA}" srcId="{70F1D4BB-54AD-4D85-A93A-4A6966459FFA}" destId="{1541BA9F-3AA3-4307-9A66-20863D0A2C62}" srcOrd="2" destOrd="0" parTransId="{31C8C5BE-9D89-4218-B73B-0EFB5B22EDF8}" sibTransId="{9C02477C-380E-44DF-A741-B2A113ACE527}"/>
    <dgm:cxn modelId="{A88539EE-8137-4831-9F85-76D73AFAE12E}" type="presOf" srcId="{70F1D4BB-54AD-4D85-A93A-4A6966459FFA}" destId="{6D4BE29A-2423-49B6-8D51-63E23C3CF4F2}" srcOrd="0" destOrd="0" presId="urn:microsoft.com/office/officeart/2018/2/layout/IconCircleList"/>
    <dgm:cxn modelId="{53B0FD2A-84B2-4D71-98A2-9C53E3D9403D}" type="presParOf" srcId="{6D4BE29A-2423-49B6-8D51-63E23C3CF4F2}" destId="{1A2B03B7-8826-4A91-B61C-82D0B319AC84}" srcOrd="0" destOrd="0" presId="urn:microsoft.com/office/officeart/2018/2/layout/IconCircleList"/>
    <dgm:cxn modelId="{A858DA1B-283B-45E6-B840-05CF3776E257}" type="presParOf" srcId="{1A2B03B7-8826-4A91-B61C-82D0B319AC84}" destId="{F48B606E-2E9B-4E56-A04D-B37EBD4343DE}" srcOrd="0" destOrd="0" presId="urn:microsoft.com/office/officeart/2018/2/layout/IconCircleList"/>
    <dgm:cxn modelId="{31A926B6-9258-4BBF-A499-0E3E36CFE5FD}" type="presParOf" srcId="{F48B606E-2E9B-4E56-A04D-B37EBD4343DE}" destId="{3E02703C-ABA9-4671-B2E7-8493AC34008F}" srcOrd="0" destOrd="0" presId="urn:microsoft.com/office/officeart/2018/2/layout/IconCircleList"/>
    <dgm:cxn modelId="{9EB0F78F-0C41-4CB8-BD70-53933E5F8201}" type="presParOf" srcId="{F48B606E-2E9B-4E56-A04D-B37EBD4343DE}" destId="{1BA28F6F-3AA2-4886-8190-7BC2743A6EC3}" srcOrd="1" destOrd="0" presId="urn:microsoft.com/office/officeart/2018/2/layout/IconCircleList"/>
    <dgm:cxn modelId="{A1D0F83E-B299-4235-BA9B-8CC25C26C11E}" type="presParOf" srcId="{F48B606E-2E9B-4E56-A04D-B37EBD4343DE}" destId="{9FE3F174-E24F-4A3A-AAB8-A6BE70A4B51A}" srcOrd="2" destOrd="0" presId="urn:microsoft.com/office/officeart/2018/2/layout/IconCircleList"/>
    <dgm:cxn modelId="{3CB3B0F8-C6C5-490F-B81F-E1F6D7BC8992}" type="presParOf" srcId="{F48B606E-2E9B-4E56-A04D-B37EBD4343DE}" destId="{907E6A77-0640-4E41-A14A-DAD1616DFE8E}" srcOrd="3" destOrd="0" presId="urn:microsoft.com/office/officeart/2018/2/layout/IconCircleList"/>
    <dgm:cxn modelId="{9A7ABF20-C058-4233-A3F1-B728BCFB211F}" type="presParOf" srcId="{1A2B03B7-8826-4A91-B61C-82D0B319AC84}" destId="{D1462F8C-4913-4050-9B85-485780181AC5}" srcOrd="1" destOrd="0" presId="urn:microsoft.com/office/officeart/2018/2/layout/IconCircleList"/>
    <dgm:cxn modelId="{A566EED8-F541-4803-9F0A-CECD9D191BD8}" type="presParOf" srcId="{1A2B03B7-8826-4A91-B61C-82D0B319AC84}" destId="{E806EF3F-04A8-4B9E-AA3F-6244CFD4899E}" srcOrd="2" destOrd="0" presId="urn:microsoft.com/office/officeart/2018/2/layout/IconCircleList"/>
    <dgm:cxn modelId="{6FD8A9B9-BAAE-4C47-B7D6-D3C682DF694D}" type="presParOf" srcId="{E806EF3F-04A8-4B9E-AA3F-6244CFD4899E}" destId="{FB5A9A77-0C4D-4CEC-A634-C709D34C8D9A}" srcOrd="0" destOrd="0" presId="urn:microsoft.com/office/officeart/2018/2/layout/IconCircleList"/>
    <dgm:cxn modelId="{9CB12CEE-CC0F-4D58-8329-B5176AD8B905}" type="presParOf" srcId="{E806EF3F-04A8-4B9E-AA3F-6244CFD4899E}" destId="{27C41EBA-17C2-4D89-A6FC-C5BACE2D422E}" srcOrd="1" destOrd="0" presId="urn:microsoft.com/office/officeart/2018/2/layout/IconCircleList"/>
    <dgm:cxn modelId="{B814DDAE-8269-4C46-85FA-EC9DAB084EAB}" type="presParOf" srcId="{E806EF3F-04A8-4B9E-AA3F-6244CFD4899E}" destId="{387A01EC-E952-47E0-B2B8-6DFECE04FAF1}" srcOrd="2" destOrd="0" presId="urn:microsoft.com/office/officeart/2018/2/layout/IconCircleList"/>
    <dgm:cxn modelId="{99AFDF45-CD95-43C6-8C50-62FFD3C5751B}" type="presParOf" srcId="{E806EF3F-04A8-4B9E-AA3F-6244CFD4899E}" destId="{8656338C-FD80-4B28-9025-A781FC2C6632}" srcOrd="3" destOrd="0" presId="urn:microsoft.com/office/officeart/2018/2/layout/IconCircleList"/>
    <dgm:cxn modelId="{3E6A64F4-0CF8-4182-B007-F628FFFA63E7}" type="presParOf" srcId="{1A2B03B7-8826-4A91-B61C-82D0B319AC84}" destId="{0EFFC508-BD3C-40FC-B6DC-9FAD572BB6AB}" srcOrd="3" destOrd="0" presId="urn:microsoft.com/office/officeart/2018/2/layout/IconCircleList"/>
    <dgm:cxn modelId="{CBDEA9A3-0F72-498E-9368-4ABEC1FD5F2A}" type="presParOf" srcId="{1A2B03B7-8826-4A91-B61C-82D0B319AC84}" destId="{D21F3681-D868-4078-962F-792722E315E1}" srcOrd="4" destOrd="0" presId="urn:microsoft.com/office/officeart/2018/2/layout/IconCircleList"/>
    <dgm:cxn modelId="{F55818BF-9FF5-4A30-BE57-DC93EF623B14}" type="presParOf" srcId="{D21F3681-D868-4078-962F-792722E315E1}" destId="{3ED19DF6-6534-44C4-A7AC-5084626ADC67}" srcOrd="0" destOrd="0" presId="urn:microsoft.com/office/officeart/2018/2/layout/IconCircleList"/>
    <dgm:cxn modelId="{A730128A-3386-4AF3-BBB3-91E3EAFE727F}" type="presParOf" srcId="{D21F3681-D868-4078-962F-792722E315E1}" destId="{CE99F678-CDC6-4691-BD94-5B7DAE319EA8}" srcOrd="1" destOrd="0" presId="urn:microsoft.com/office/officeart/2018/2/layout/IconCircleList"/>
    <dgm:cxn modelId="{2F07E6B2-4D33-4A18-B1F4-B95A4AF99F2E}" type="presParOf" srcId="{D21F3681-D868-4078-962F-792722E315E1}" destId="{C374458D-A58C-45B8-A86B-ADE83B5B83FC}" srcOrd="2" destOrd="0" presId="urn:microsoft.com/office/officeart/2018/2/layout/IconCircleList"/>
    <dgm:cxn modelId="{9C15FAF1-58AD-4669-8807-CDEBA2F4607E}" type="presParOf" srcId="{D21F3681-D868-4078-962F-792722E315E1}" destId="{4B9769BB-C5F7-4960-AB3B-41297D51BD42}" srcOrd="3" destOrd="0" presId="urn:microsoft.com/office/officeart/2018/2/layout/IconCircleList"/>
    <dgm:cxn modelId="{F1AF509B-9346-475E-AE68-76F23508B7D4}" type="presParOf" srcId="{1A2B03B7-8826-4A91-B61C-82D0B319AC84}" destId="{F3390EF6-9327-4F3D-9534-B46DBF1D315F}" srcOrd="5" destOrd="0" presId="urn:microsoft.com/office/officeart/2018/2/layout/IconCircleList"/>
    <dgm:cxn modelId="{12A5F61A-3980-4072-85BA-D75B7B9AC198}" type="presParOf" srcId="{1A2B03B7-8826-4A91-B61C-82D0B319AC84}" destId="{FC5062D4-B7E2-4ABB-892F-ED6AB016C39B}" srcOrd="6" destOrd="0" presId="urn:microsoft.com/office/officeart/2018/2/layout/IconCircleList"/>
    <dgm:cxn modelId="{F488E43D-F79C-4B4F-AB58-BC25BE0688DD}" type="presParOf" srcId="{FC5062D4-B7E2-4ABB-892F-ED6AB016C39B}" destId="{314138C2-4D62-42FC-A130-676931E6C10B}" srcOrd="0" destOrd="0" presId="urn:microsoft.com/office/officeart/2018/2/layout/IconCircleList"/>
    <dgm:cxn modelId="{05BD59B0-11FD-4383-B336-191BD2B612FA}" type="presParOf" srcId="{FC5062D4-B7E2-4ABB-892F-ED6AB016C39B}" destId="{3A6752B6-6619-4370-9768-8E7D5169EEE7}" srcOrd="1" destOrd="0" presId="urn:microsoft.com/office/officeart/2018/2/layout/IconCircleList"/>
    <dgm:cxn modelId="{D58B06B6-BE68-43DF-B1F8-BBD4B133F785}" type="presParOf" srcId="{FC5062D4-B7E2-4ABB-892F-ED6AB016C39B}" destId="{043F497D-571D-4130-B53C-1061BBEAB33E}" srcOrd="2" destOrd="0" presId="urn:microsoft.com/office/officeart/2018/2/layout/IconCircleList"/>
    <dgm:cxn modelId="{E771E786-D4A6-4388-A3C6-E51025884895}" type="presParOf" srcId="{FC5062D4-B7E2-4ABB-892F-ED6AB016C39B}" destId="{2121F030-AFB6-47D4-A016-3C85AA05711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0C3F95D-D662-4535-B830-D7679C612AC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A250E28-AAE9-4D59-8999-04F25B3AB017}">
      <dgm:prSet/>
      <dgm:spPr/>
      <dgm:t>
        <a:bodyPr/>
        <a:lstStyle/>
        <a:p>
          <a:r>
            <a:rPr lang="en-US"/>
            <a:t>Power BI for visualization</a:t>
          </a:r>
        </a:p>
      </dgm:t>
    </dgm:pt>
    <dgm:pt modelId="{A7BFB7B3-DC04-4970-97D0-14DA724F993B}" type="parTrans" cxnId="{AD8956EE-DDA9-4130-A78D-37686BEA4278}">
      <dgm:prSet/>
      <dgm:spPr/>
      <dgm:t>
        <a:bodyPr/>
        <a:lstStyle/>
        <a:p>
          <a:endParaRPr lang="en-US"/>
        </a:p>
      </dgm:t>
    </dgm:pt>
    <dgm:pt modelId="{22CC1783-4C0D-4058-9124-A1EA570B25F0}" type="sibTrans" cxnId="{AD8956EE-DDA9-4130-A78D-37686BEA4278}">
      <dgm:prSet/>
      <dgm:spPr/>
      <dgm:t>
        <a:bodyPr/>
        <a:lstStyle/>
        <a:p>
          <a:endParaRPr lang="en-US"/>
        </a:p>
      </dgm:t>
    </dgm:pt>
    <dgm:pt modelId="{6F0B1910-D8CC-4A71-9BF9-91F14571C83A}">
      <dgm:prSet/>
      <dgm:spPr/>
      <dgm:t>
        <a:bodyPr/>
        <a:lstStyle/>
        <a:p>
          <a:r>
            <a:rPr lang="en-US"/>
            <a:t>Used bar charts, line graphs, and donut charts</a:t>
          </a:r>
        </a:p>
      </dgm:t>
    </dgm:pt>
    <dgm:pt modelId="{8FB26DE7-BF34-456D-8769-9DCD922FA9AD}" type="parTrans" cxnId="{FAA658A5-2AFB-4CAE-8DAC-76BD12F64E91}">
      <dgm:prSet/>
      <dgm:spPr/>
      <dgm:t>
        <a:bodyPr/>
        <a:lstStyle/>
        <a:p>
          <a:endParaRPr lang="en-US"/>
        </a:p>
      </dgm:t>
    </dgm:pt>
    <dgm:pt modelId="{43E5805B-5934-4BFF-BBE5-E304FC0135AC}" type="sibTrans" cxnId="{FAA658A5-2AFB-4CAE-8DAC-76BD12F64E91}">
      <dgm:prSet/>
      <dgm:spPr/>
      <dgm:t>
        <a:bodyPr/>
        <a:lstStyle/>
        <a:p>
          <a:endParaRPr lang="en-US"/>
        </a:p>
      </dgm:t>
    </dgm:pt>
    <dgm:pt modelId="{92A74AE1-C4E1-4F97-8D04-57464E651ACB}">
      <dgm:prSet/>
      <dgm:spPr/>
      <dgm:t>
        <a:bodyPr/>
        <a:lstStyle/>
        <a:p>
          <a:r>
            <a:rPr lang="en-US"/>
            <a:t>Applied slicers for interactive filtering</a:t>
          </a:r>
        </a:p>
      </dgm:t>
    </dgm:pt>
    <dgm:pt modelId="{EC0880E6-658E-4C52-9FA0-8B9CE3E93C37}" type="parTrans" cxnId="{9E29A17D-E58A-4DD0-8E16-E5B27FC042C6}">
      <dgm:prSet/>
      <dgm:spPr/>
      <dgm:t>
        <a:bodyPr/>
        <a:lstStyle/>
        <a:p>
          <a:endParaRPr lang="en-US"/>
        </a:p>
      </dgm:t>
    </dgm:pt>
    <dgm:pt modelId="{5FA60A7A-8EB1-4824-81FE-F000B890A51C}" type="sibTrans" cxnId="{9E29A17D-E58A-4DD0-8E16-E5B27FC042C6}">
      <dgm:prSet/>
      <dgm:spPr/>
      <dgm:t>
        <a:bodyPr/>
        <a:lstStyle/>
        <a:p>
          <a:endParaRPr lang="en-US"/>
        </a:p>
      </dgm:t>
    </dgm:pt>
    <dgm:pt modelId="{89CDFA7E-7A3C-48A8-8EB9-73A0856DBE66}">
      <dgm:prSet/>
      <dgm:spPr/>
      <dgm:t>
        <a:bodyPr/>
        <a:lstStyle/>
        <a:p>
          <a:r>
            <a:rPr lang="en-US"/>
            <a:t>Used color formatting to highlight top performers</a:t>
          </a:r>
        </a:p>
      </dgm:t>
    </dgm:pt>
    <dgm:pt modelId="{BE4F040C-F98B-45A7-B320-01F099759B78}" type="parTrans" cxnId="{AA908C8C-14A5-43E9-807D-58D51BDCF068}">
      <dgm:prSet/>
      <dgm:spPr/>
      <dgm:t>
        <a:bodyPr/>
        <a:lstStyle/>
        <a:p>
          <a:endParaRPr lang="en-US"/>
        </a:p>
      </dgm:t>
    </dgm:pt>
    <dgm:pt modelId="{EA69A9F6-9D7B-4937-A9B9-3B381C470F3B}" type="sibTrans" cxnId="{AA908C8C-14A5-43E9-807D-58D51BDCF068}">
      <dgm:prSet/>
      <dgm:spPr/>
      <dgm:t>
        <a:bodyPr/>
        <a:lstStyle/>
        <a:p>
          <a:endParaRPr lang="en-US"/>
        </a:p>
      </dgm:t>
    </dgm:pt>
    <dgm:pt modelId="{BDA2CD71-9147-44D8-8868-115050C7E46B}" type="pres">
      <dgm:prSet presAssocID="{80C3F95D-D662-4535-B830-D7679C612ACE}" presName="root" presStyleCnt="0">
        <dgm:presLayoutVars>
          <dgm:dir/>
          <dgm:resizeHandles val="exact"/>
        </dgm:presLayoutVars>
      </dgm:prSet>
      <dgm:spPr/>
    </dgm:pt>
    <dgm:pt modelId="{24DE13E9-1E35-4258-B260-AF8FF7745CB6}" type="pres">
      <dgm:prSet presAssocID="{80C3F95D-D662-4535-B830-D7679C612ACE}" presName="container" presStyleCnt="0">
        <dgm:presLayoutVars>
          <dgm:dir/>
          <dgm:resizeHandles val="exact"/>
        </dgm:presLayoutVars>
      </dgm:prSet>
      <dgm:spPr/>
    </dgm:pt>
    <dgm:pt modelId="{A11BDA66-FB05-4445-B8DD-92A3587E578E}" type="pres">
      <dgm:prSet presAssocID="{5A250E28-AAE9-4D59-8999-04F25B3AB017}" presName="compNode" presStyleCnt="0"/>
      <dgm:spPr/>
    </dgm:pt>
    <dgm:pt modelId="{3FBBE4A3-C35F-4D26-9FD6-82657921D4AD}" type="pres">
      <dgm:prSet presAssocID="{5A250E28-AAE9-4D59-8999-04F25B3AB017}" presName="iconBgRect" presStyleLbl="bgShp" presStyleIdx="0" presStyleCnt="4"/>
      <dgm:spPr/>
    </dgm:pt>
    <dgm:pt modelId="{689C8A2F-F600-439B-ACE3-43EF58A13833}" type="pres">
      <dgm:prSet presAssocID="{5A250E28-AAE9-4D59-8999-04F25B3AB01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F467985-CBF8-45A0-8ED7-0255530B1A81}" type="pres">
      <dgm:prSet presAssocID="{5A250E28-AAE9-4D59-8999-04F25B3AB017}" presName="spaceRect" presStyleCnt="0"/>
      <dgm:spPr/>
    </dgm:pt>
    <dgm:pt modelId="{3CEB2F08-880E-406E-9773-83F9FF15924C}" type="pres">
      <dgm:prSet presAssocID="{5A250E28-AAE9-4D59-8999-04F25B3AB017}" presName="textRect" presStyleLbl="revTx" presStyleIdx="0" presStyleCnt="4">
        <dgm:presLayoutVars>
          <dgm:chMax val="1"/>
          <dgm:chPref val="1"/>
        </dgm:presLayoutVars>
      </dgm:prSet>
      <dgm:spPr/>
    </dgm:pt>
    <dgm:pt modelId="{35D4658C-FD4A-48F3-9B33-F5746F807FA3}" type="pres">
      <dgm:prSet presAssocID="{22CC1783-4C0D-4058-9124-A1EA570B25F0}" presName="sibTrans" presStyleLbl="sibTrans2D1" presStyleIdx="0" presStyleCnt="0"/>
      <dgm:spPr/>
    </dgm:pt>
    <dgm:pt modelId="{93962887-9D07-42CD-B2AE-FEBD521093BC}" type="pres">
      <dgm:prSet presAssocID="{6F0B1910-D8CC-4A71-9BF9-91F14571C83A}" presName="compNode" presStyleCnt="0"/>
      <dgm:spPr/>
    </dgm:pt>
    <dgm:pt modelId="{FFF84FD7-50DE-4DF9-942F-518547EC2201}" type="pres">
      <dgm:prSet presAssocID="{6F0B1910-D8CC-4A71-9BF9-91F14571C83A}" presName="iconBgRect" presStyleLbl="bgShp" presStyleIdx="1" presStyleCnt="4"/>
      <dgm:spPr/>
    </dgm:pt>
    <dgm:pt modelId="{F349AC12-B690-4DBD-A16B-B2F30EBA6647}" type="pres">
      <dgm:prSet presAssocID="{6F0B1910-D8CC-4A71-9BF9-91F14571C83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684E9970-04C2-4AF2-B007-3C7910A593F5}" type="pres">
      <dgm:prSet presAssocID="{6F0B1910-D8CC-4A71-9BF9-91F14571C83A}" presName="spaceRect" presStyleCnt="0"/>
      <dgm:spPr/>
    </dgm:pt>
    <dgm:pt modelId="{56773291-3CEB-4B95-883A-E1D2D03A1EBC}" type="pres">
      <dgm:prSet presAssocID="{6F0B1910-D8CC-4A71-9BF9-91F14571C83A}" presName="textRect" presStyleLbl="revTx" presStyleIdx="1" presStyleCnt="4">
        <dgm:presLayoutVars>
          <dgm:chMax val="1"/>
          <dgm:chPref val="1"/>
        </dgm:presLayoutVars>
      </dgm:prSet>
      <dgm:spPr/>
    </dgm:pt>
    <dgm:pt modelId="{60291CFC-7110-42FE-ACD3-DBF30BB8444F}" type="pres">
      <dgm:prSet presAssocID="{43E5805B-5934-4BFF-BBE5-E304FC0135AC}" presName="sibTrans" presStyleLbl="sibTrans2D1" presStyleIdx="0" presStyleCnt="0"/>
      <dgm:spPr/>
    </dgm:pt>
    <dgm:pt modelId="{3C9D7787-A408-4EC2-BE49-76DEF5B56F88}" type="pres">
      <dgm:prSet presAssocID="{92A74AE1-C4E1-4F97-8D04-57464E651ACB}" presName="compNode" presStyleCnt="0"/>
      <dgm:spPr/>
    </dgm:pt>
    <dgm:pt modelId="{5D29E869-669F-4E54-A4BA-8DA64F919260}" type="pres">
      <dgm:prSet presAssocID="{92A74AE1-C4E1-4F97-8D04-57464E651ACB}" presName="iconBgRect" presStyleLbl="bgShp" presStyleIdx="2" presStyleCnt="4"/>
      <dgm:spPr/>
    </dgm:pt>
    <dgm:pt modelId="{9BC77851-D898-45D4-831C-9DB45892878E}" type="pres">
      <dgm:prSet presAssocID="{92A74AE1-C4E1-4F97-8D04-57464E651AC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0FCDD979-C44E-4615-B3EE-2CA0F0B165ED}" type="pres">
      <dgm:prSet presAssocID="{92A74AE1-C4E1-4F97-8D04-57464E651ACB}" presName="spaceRect" presStyleCnt="0"/>
      <dgm:spPr/>
    </dgm:pt>
    <dgm:pt modelId="{BA7B1EE4-0BCB-42BB-8919-7AF9C1BAB180}" type="pres">
      <dgm:prSet presAssocID="{92A74AE1-C4E1-4F97-8D04-57464E651ACB}" presName="textRect" presStyleLbl="revTx" presStyleIdx="2" presStyleCnt="4">
        <dgm:presLayoutVars>
          <dgm:chMax val="1"/>
          <dgm:chPref val="1"/>
        </dgm:presLayoutVars>
      </dgm:prSet>
      <dgm:spPr/>
    </dgm:pt>
    <dgm:pt modelId="{B6C75A1E-2DC9-4623-8E78-273D7B9A6895}" type="pres">
      <dgm:prSet presAssocID="{5FA60A7A-8EB1-4824-81FE-F000B890A51C}" presName="sibTrans" presStyleLbl="sibTrans2D1" presStyleIdx="0" presStyleCnt="0"/>
      <dgm:spPr/>
    </dgm:pt>
    <dgm:pt modelId="{8FFA0D38-AFE4-4B2A-AEC1-A0ECC039D669}" type="pres">
      <dgm:prSet presAssocID="{89CDFA7E-7A3C-48A8-8EB9-73A0856DBE66}" presName="compNode" presStyleCnt="0"/>
      <dgm:spPr/>
    </dgm:pt>
    <dgm:pt modelId="{EC240BEB-18E7-48B3-BA1E-76FA89D0EBCE}" type="pres">
      <dgm:prSet presAssocID="{89CDFA7E-7A3C-48A8-8EB9-73A0856DBE66}" presName="iconBgRect" presStyleLbl="bgShp" presStyleIdx="3" presStyleCnt="4"/>
      <dgm:spPr/>
    </dgm:pt>
    <dgm:pt modelId="{4E2B4CE1-BCF3-4122-B534-BEC0A95F5EB4}" type="pres">
      <dgm:prSet presAssocID="{89CDFA7E-7A3C-48A8-8EB9-73A0856DBE6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lette"/>
        </a:ext>
      </dgm:extLst>
    </dgm:pt>
    <dgm:pt modelId="{8FA131B0-A7C6-4D99-B4EB-F1280297BAD2}" type="pres">
      <dgm:prSet presAssocID="{89CDFA7E-7A3C-48A8-8EB9-73A0856DBE66}" presName="spaceRect" presStyleCnt="0"/>
      <dgm:spPr/>
    </dgm:pt>
    <dgm:pt modelId="{D4B6AA8A-CCB7-4D9D-93D8-88848688A8AA}" type="pres">
      <dgm:prSet presAssocID="{89CDFA7E-7A3C-48A8-8EB9-73A0856DBE6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6157A61-3389-44CB-950B-B12EC068285B}" type="presOf" srcId="{5FA60A7A-8EB1-4824-81FE-F000B890A51C}" destId="{B6C75A1E-2DC9-4623-8E78-273D7B9A6895}" srcOrd="0" destOrd="0" presId="urn:microsoft.com/office/officeart/2018/2/layout/IconCircleList"/>
    <dgm:cxn modelId="{8148E16A-1685-40C1-8084-387069B619A8}" type="presOf" srcId="{80C3F95D-D662-4535-B830-D7679C612ACE}" destId="{BDA2CD71-9147-44D8-8868-115050C7E46B}" srcOrd="0" destOrd="0" presId="urn:microsoft.com/office/officeart/2018/2/layout/IconCircleList"/>
    <dgm:cxn modelId="{B3AF9A73-AA79-4F80-9AFE-63E19F2A102C}" type="presOf" srcId="{6F0B1910-D8CC-4A71-9BF9-91F14571C83A}" destId="{56773291-3CEB-4B95-883A-E1D2D03A1EBC}" srcOrd="0" destOrd="0" presId="urn:microsoft.com/office/officeart/2018/2/layout/IconCircleList"/>
    <dgm:cxn modelId="{9E29A17D-E58A-4DD0-8E16-E5B27FC042C6}" srcId="{80C3F95D-D662-4535-B830-D7679C612ACE}" destId="{92A74AE1-C4E1-4F97-8D04-57464E651ACB}" srcOrd="2" destOrd="0" parTransId="{EC0880E6-658E-4C52-9FA0-8B9CE3E93C37}" sibTransId="{5FA60A7A-8EB1-4824-81FE-F000B890A51C}"/>
    <dgm:cxn modelId="{A624858C-1F46-4338-A128-34A9C254B788}" type="presOf" srcId="{5A250E28-AAE9-4D59-8999-04F25B3AB017}" destId="{3CEB2F08-880E-406E-9773-83F9FF15924C}" srcOrd="0" destOrd="0" presId="urn:microsoft.com/office/officeart/2018/2/layout/IconCircleList"/>
    <dgm:cxn modelId="{AA908C8C-14A5-43E9-807D-58D51BDCF068}" srcId="{80C3F95D-D662-4535-B830-D7679C612ACE}" destId="{89CDFA7E-7A3C-48A8-8EB9-73A0856DBE66}" srcOrd="3" destOrd="0" parTransId="{BE4F040C-F98B-45A7-B320-01F099759B78}" sibTransId="{EA69A9F6-9D7B-4937-A9B9-3B381C470F3B}"/>
    <dgm:cxn modelId="{2BB3CB91-44EA-4BB5-83F3-A644724EAED4}" type="presOf" srcId="{43E5805B-5934-4BFF-BBE5-E304FC0135AC}" destId="{60291CFC-7110-42FE-ACD3-DBF30BB8444F}" srcOrd="0" destOrd="0" presId="urn:microsoft.com/office/officeart/2018/2/layout/IconCircleList"/>
    <dgm:cxn modelId="{DAAD5093-28D7-499B-87AA-46F826103B0D}" type="presOf" srcId="{92A74AE1-C4E1-4F97-8D04-57464E651ACB}" destId="{BA7B1EE4-0BCB-42BB-8919-7AF9C1BAB180}" srcOrd="0" destOrd="0" presId="urn:microsoft.com/office/officeart/2018/2/layout/IconCircleList"/>
    <dgm:cxn modelId="{FAA658A5-2AFB-4CAE-8DAC-76BD12F64E91}" srcId="{80C3F95D-D662-4535-B830-D7679C612ACE}" destId="{6F0B1910-D8CC-4A71-9BF9-91F14571C83A}" srcOrd="1" destOrd="0" parTransId="{8FB26DE7-BF34-456D-8769-9DCD922FA9AD}" sibTransId="{43E5805B-5934-4BFF-BBE5-E304FC0135AC}"/>
    <dgm:cxn modelId="{A54810B3-7DD2-4306-B0BF-2EEC5563BB2F}" type="presOf" srcId="{22CC1783-4C0D-4058-9124-A1EA570B25F0}" destId="{35D4658C-FD4A-48F3-9B33-F5746F807FA3}" srcOrd="0" destOrd="0" presId="urn:microsoft.com/office/officeart/2018/2/layout/IconCircleList"/>
    <dgm:cxn modelId="{AD8956EE-DDA9-4130-A78D-37686BEA4278}" srcId="{80C3F95D-D662-4535-B830-D7679C612ACE}" destId="{5A250E28-AAE9-4D59-8999-04F25B3AB017}" srcOrd="0" destOrd="0" parTransId="{A7BFB7B3-DC04-4970-97D0-14DA724F993B}" sibTransId="{22CC1783-4C0D-4058-9124-A1EA570B25F0}"/>
    <dgm:cxn modelId="{6089B8FA-A26E-41AE-9DBF-1B21347EF78C}" type="presOf" srcId="{89CDFA7E-7A3C-48A8-8EB9-73A0856DBE66}" destId="{D4B6AA8A-CCB7-4D9D-93D8-88848688A8AA}" srcOrd="0" destOrd="0" presId="urn:microsoft.com/office/officeart/2018/2/layout/IconCircleList"/>
    <dgm:cxn modelId="{921C3ECF-0ADD-49B1-A4EB-787B184D60F0}" type="presParOf" srcId="{BDA2CD71-9147-44D8-8868-115050C7E46B}" destId="{24DE13E9-1E35-4258-B260-AF8FF7745CB6}" srcOrd="0" destOrd="0" presId="urn:microsoft.com/office/officeart/2018/2/layout/IconCircleList"/>
    <dgm:cxn modelId="{6C33CF7D-60F1-4CF4-9266-04CAB3CA71DD}" type="presParOf" srcId="{24DE13E9-1E35-4258-B260-AF8FF7745CB6}" destId="{A11BDA66-FB05-4445-B8DD-92A3587E578E}" srcOrd="0" destOrd="0" presId="urn:microsoft.com/office/officeart/2018/2/layout/IconCircleList"/>
    <dgm:cxn modelId="{0B4BCCD8-A9F8-4995-9BB6-24544E9C4D5A}" type="presParOf" srcId="{A11BDA66-FB05-4445-B8DD-92A3587E578E}" destId="{3FBBE4A3-C35F-4D26-9FD6-82657921D4AD}" srcOrd="0" destOrd="0" presId="urn:microsoft.com/office/officeart/2018/2/layout/IconCircleList"/>
    <dgm:cxn modelId="{97D7D03E-1F90-4139-B2CA-7C75275646B0}" type="presParOf" srcId="{A11BDA66-FB05-4445-B8DD-92A3587E578E}" destId="{689C8A2F-F600-439B-ACE3-43EF58A13833}" srcOrd="1" destOrd="0" presId="urn:microsoft.com/office/officeart/2018/2/layout/IconCircleList"/>
    <dgm:cxn modelId="{5065AAB5-536E-4CF1-B5A8-3B7BAE1E0559}" type="presParOf" srcId="{A11BDA66-FB05-4445-B8DD-92A3587E578E}" destId="{3F467985-CBF8-45A0-8ED7-0255530B1A81}" srcOrd="2" destOrd="0" presId="urn:microsoft.com/office/officeart/2018/2/layout/IconCircleList"/>
    <dgm:cxn modelId="{9C9F5A24-D40F-4542-91BE-97DDCD847453}" type="presParOf" srcId="{A11BDA66-FB05-4445-B8DD-92A3587E578E}" destId="{3CEB2F08-880E-406E-9773-83F9FF15924C}" srcOrd="3" destOrd="0" presId="urn:microsoft.com/office/officeart/2018/2/layout/IconCircleList"/>
    <dgm:cxn modelId="{96307522-13EE-41E9-86F2-0B0B47B6A05F}" type="presParOf" srcId="{24DE13E9-1E35-4258-B260-AF8FF7745CB6}" destId="{35D4658C-FD4A-48F3-9B33-F5746F807FA3}" srcOrd="1" destOrd="0" presId="urn:microsoft.com/office/officeart/2018/2/layout/IconCircleList"/>
    <dgm:cxn modelId="{573FB22F-C3A1-44CD-B892-9E4D3935336F}" type="presParOf" srcId="{24DE13E9-1E35-4258-B260-AF8FF7745CB6}" destId="{93962887-9D07-42CD-B2AE-FEBD521093BC}" srcOrd="2" destOrd="0" presId="urn:microsoft.com/office/officeart/2018/2/layout/IconCircleList"/>
    <dgm:cxn modelId="{4ABE5915-A1AE-4EB7-8B4D-54C6A86BE4B8}" type="presParOf" srcId="{93962887-9D07-42CD-B2AE-FEBD521093BC}" destId="{FFF84FD7-50DE-4DF9-942F-518547EC2201}" srcOrd="0" destOrd="0" presId="urn:microsoft.com/office/officeart/2018/2/layout/IconCircleList"/>
    <dgm:cxn modelId="{C9C02B2E-4E0A-4F1E-BC79-E822D9381977}" type="presParOf" srcId="{93962887-9D07-42CD-B2AE-FEBD521093BC}" destId="{F349AC12-B690-4DBD-A16B-B2F30EBA6647}" srcOrd="1" destOrd="0" presId="urn:microsoft.com/office/officeart/2018/2/layout/IconCircleList"/>
    <dgm:cxn modelId="{A12D91DF-D27A-47C7-A02A-08A099E55810}" type="presParOf" srcId="{93962887-9D07-42CD-B2AE-FEBD521093BC}" destId="{684E9970-04C2-4AF2-B007-3C7910A593F5}" srcOrd="2" destOrd="0" presId="urn:microsoft.com/office/officeart/2018/2/layout/IconCircleList"/>
    <dgm:cxn modelId="{7DEBA667-9375-49C5-B01A-5422650C295E}" type="presParOf" srcId="{93962887-9D07-42CD-B2AE-FEBD521093BC}" destId="{56773291-3CEB-4B95-883A-E1D2D03A1EBC}" srcOrd="3" destOrd="0" presId="urn:microsoft.com/office/officeart/2018/2/layout/IconCircleList"/>
    <dgm:cxn modelId="{2457BA46-E87F-4E26-9074-8D3A42C5F2AD}" type="presParOf" srcId="{24DE13E9-1E35-4258-B260-AF8FF7745CB6}" destId="{60291CFC-7110-42FE-ACD3-DBF30BB8444F}" srcOrd="3" destOrd="0" presId="urn:microsoft.com/office/officeart/2018/2/layout/IconCircleList"/>
    <dgm:cxn modelId="{AD3FCB0A-ED53-43F9-9146-CAFD9B056B23}" type="presParOf" srcId="{24DE13E9-1E35-4258-B260-AF8FF7745CB6}" destId="{3C9D7787-A408-4EC2-BE49-76DEF5B56F88}" srcOrd="4" destOrd="0" presId="urn:microsoft.com/office/officeart/2018/2/layout/IconCircleList"/>
    <dgm:cxn modelId="{6EB300AD-3B7C-4AB6-ADF9-FB13F0E42276}" type="presParOf" srcId="{3C9D7787-A408-4EC2-BE49-76DEF5B56F88}" destId="{5D29E869-669F-4E54-A4BA-8DA64F919260}" srcOrd="0" destOrd="0" presId="urn:microsoft.com/office/officeart/2018/2/layout/IconCircleList"/>
    <dgm:cxn modelId="{E66E4A63-4B83-4D71-9A8B-2ACC3EC00DAD}" type="presParOf" srcId="{3C9D7787-A408-4EC2-BE49-76DEF5B56F88}" destId="{9BC77851-D898-45D4-831C-9DB45892878E}" srcOrd="1" destOrd="0" presId="urn:microsoft.com/office/officeart/2018/2/layout/IconCircleList"/>
    <dgm:cxn modelId="{214A4BAF-B757-4878-A56B-5BE8E01D34DD}" type="presParOf" srcId="{3C9D7787-A408-4EC2-BE49-76DEF5B56F88}" destId="{0FCDD979-C44E-4615-B3EE-2CA0F0B165ED}" srcOrd="2" destOrd="0" presId="urn:microsoft.com/office/officeart/2018/2/layout/IconCircleList"/>
    <dgm:cxn modelId="{D50710C2-9789-406D-A0C0-51F7FA227CF9}" type="presParOf" srcId="{3C9D7787-A408-4EC2-BE49-76DEF5B56F88}" destId="{BA7B1EE4-0BCB-42BB-8919-7AF9C1BAB180}" srcOrd="3" destOrd="0" presId="urn:microsoft.com/office/officeart/2018/2/layout/IconCircleList"/>
    <dgm:cxn modelId="{A3BA42B1-955A-416B-B2D9-C17093A5E58C}" type="presParOf" srcId="{24DE13E9-1E35-4258-B260-AF8FF7745CB6}" destId="{B6C75A1E-2DC9-4623-8E78-273D7B9A6895}" srcOrd="5" destOrd="0" presId="urn:microsoft.com/office/officeart/2018/2/layout/IconCircleList"/>
    <dgm:cxn modelId="{7A070E23-5EB5-46BB-BC6F-B9D55DB3CAAD}" type="presParOf" srcId="{24DE13E9-1E35-4258-B260-AF8FF7745CB6}" destId="{8FFA0D38-AFE4-4B2A-AEC1-A0ECC039D669}" srcOrd="6" destOrd="0" presId="urn:microsoft.com/office/officeart/2018/2/layout/IconCircleList"/>
    <dgm:cxn modelId="{8EE428EC-7503-4251-BE36-DD87143CA303}" type="presParOf" srcId="{8FFA0D38-AFE4-4B2A-AEC1-A0ECC039D669}" destId="{EC240BEB-18E7-48B3-BA1E-76FA89D0EBCE}" srcOrd="0" destOrd="0" presId="urn:microsoft.com/office/officeart/2018/2/layout/IconCircleList"/>
    <dgm:cxn modelId="{7ACFAFB3-49CD-4F57-A41C-88BF54115F55}" type="presParOf" srcId="{8FFA0D38-AFE4-4B2A-AEC1-A0ECC039D669}" destId="{4E2B4CE1-BCF3-4122-B534-BEC0A95F5EB4}" srcOrd="1" destOrd="0" presId="urn:microsoft.com/office/officeart/2018/2/layout/IconCircleList"/>
    <dgm:cxn modelId="{F6252EAD-72E2-4785-86DC-D0A2AA881EA0}" type="presParOf" srcId="{8FFA0D38-AFE4-4B2A-AEC1-A0ECC039D669}" destId="{8FA131B0-A7C6-4D99-B4EB-F1280297BAD2}" srcOrd="2" destOrd="0" presId="urn:microsoft.com/office/officeart/2018/2/layout/IconCircleList"/>
    <dgm:cxn modelId="{778635E0-BAC5-4CF0-85AA-62CB6EED3270}" type="presParOf" srcId="{8FFA0D38-AFE4-4B2A-AEC1-A0ECC039D669}" destId="{D4B6AA8A-CCB7-4D9D-93D8-88848688A8A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5E6838-6FA7-4128-9A7B-01512535181A}">
      <dsp:nvSpPr>
        <dsp:cNvPr id="0" name=""/>
        <dsp:cNvSpPr/>
      </dsp:nvSpPr>
      <dsp:spPr>
        <a:xfrm>
          <a:off x="344749" y="1259637"/>
          <a:ext cx="1076554" cy="107655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FCED0C-1EC7-4FE6-ABE6-2F0AC501CE8D}">
      <dsp:nvSpPr>
        <dsp:cNvPr id="0" name=""/>
        <dsp:cNvSpPr/>
      </dsp:nvSpPr>
      <dsp:spPr>
        <a:xfrm>
          <a:off x="574179" y="1489067"/>
          <a:ext cx="617695" cy="6176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E09BF1-7116-4643-9466-333402382341}">
      <dsp:nvSpPr>
        <dsp:cNvPr id="0" name=""/>
        <dsp:cNvSpPr/>
      </dsp:nvSpPr>
      <dsp:spPr>
        <a:xfrm>
          <a:off x="605" y="2671512"/>
          <a:ext cx="1764843" cy="705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Created using Power BI  </a:t>
          </a:r>
        </a:p>
      </dsp:txBody>
      <dsp:txXfrm>
        <a:off x="605" y="2671512"/>
        <a:ext cx="1764843" cy="705937"/>
      </dsp:txXfrm>
    </dsp:sp>
    <dsp:sp modelId="{1DD6827B-B28C-49AE-87DD-A07B4B092247}">
      <dsp:nvSpPr>
        <dsp:cNvPr id="0" name=""/>
        <dsp:cNvSpPr/>
      </dsp:nvSpPr>
      <dsp:spPr>
        <a:xfrm>
          <a:off x="2418441" y="1259637"/>
          <a:ext cx="1076554" cy="107655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974262-593A-4AD2-B632-9DF55B2941A9}">
      <dsp:nvSpPr>
        <dsp:cNvPr id="0" name=""/>
        <dsp:cNvSpPr/>
      </dsp:nvSpPr>
      <dsp:spPr>
        <a:xfrm>
          <a:off x="2647870" y="1489067"/>
          <a:ext cx="617695" cy="6176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3EB580-9581-4524-87B9-7A41A2AB7961}">
      <dsp:nvSpPr>
        <dsp:cNvPr id="0" name=""/>
        <dsp:cNvSpPr/>
      </dsp:nvSpPr>
      <dsp:spPr>
        <a:xfrm>
          <a:off x="2074296" y="2671512"/>
          <a:ext cx="1764843" cy="705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Date: 2nd May 2025  </a:t>
          </a:r>
        </a:p>
      </dsp:txBody>
      <dsp:txXfrm>
        <a:off x="2074296" y="2671512"/>
        <a:ext cx="1764843" cy="705937"/>
      </dsp:txXfrm>
    </dsp:sp>
    <dsp:sp modelId="{B3FE9422-8E68-4039-890E-C4EF0F5425EF}">
      <dsp:nvSpPr>
        <dsp:cNvPr id="0" name=""/>
        <dsp:cNvSpPr/>
      </dsp:nvSpPr>
      <dsp:spPr>
        <a:xfrm>
          <a:off x="4492132" y="1259637"/>
          <a:ext cx="1076554" cy="107655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8CBDCE-56D1-489E-9A8B-382A6D333749}">
      <dsp:nvSpPr>
        <dsp:cNvPr id="0" name=""/>
        <dsp:cNvSpPr/>
      </dsp:nvSpPr>
      <dsp:spPr>
        <a:xfrm>
          <a:off x="4721562" y="1489067"/>
          <a:ext cx="617695" cy="61769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DBB9B2-3E07-4904-AEEC-66843D9D0AC1}">
      <dsp:nvSpPr>
        <dsp:cNvPr id="0" name=""/>
        <dsp:cNvSpPr/>
      </dsp:nvSpPr>
      <dsp:spPr>
        <a:xfrm>
          <a:off x="4147988" y="2671512"/>
          <a:ext cx="1764843" cy="705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Name: Bhakti</a:t>
          </a:r>
        </a:p>
      </dsp:txBody>
      <dsp:txXfrm>
        <a:off x="4147988" y="2671512"/>
        <a:ext cx="1764843" cy="7059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14DF99-22C0-44E6-ACAD-CEFDEA484E17}">
      <dsp:nvSpPr>
        <dsp:cNvPr id="0" name=""/>
        <dsp:cNvSpPr/>
      </dsp:nvSpPr>
      <dsp:spPr>
        <a:xfrm>
          <a:off x="938079" y="92175"/>
          <a:ext cx="669938" cy="66993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14A829-BA11-4E49-A333-C54868E5F9FF}">
      <dsp:nvSpPr>
        <dsp:cNvPr id="0" name=""/>
        <dsp:cNvSpPr/>
      </dsp:nvSpPr>
      <dsp:spPr>
        <a:xfrm>
          <a:off x="1078766" y="232862"/>
          <a:ext cx="388564" cy="3885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04864C-052E-4DC8-BE73-DEDAA14B0A6B}">
      <dsp:nvSpPr>
        <dsp:cNvPr id="0" name=""/>
        <dsp:cNvSpPr/>
      </dsp:nvSpPr>
      <dsp:spPr>
        <a:xfrm>
          <a:off x="1751575" y="92175"/>
          <a:ext cx="1579140" cy="669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-This dashboard shows sales performance using visuals.</a:t>
          </a:r>
        </a:p>
      </dsp:txBody>
      <dsp:txXfrm>
        <a:off x="1751575" y="92175"/>
        <a:ext cx="1579140" cy="669938"/>
      </dsp:txXfrm>
    </dsp:sp>
    <dsp:sp modelId="{58AD7E46-596A-4A1B-B818-3CB2150431E4}">
      <dsp:nvSpPr>
        <dsp:cNvPr id="0" name=""/>
        <dsp:cNvSpPr/>
      </dsp:nvSpPr>
      <dsp:spPr>
        <a:xfrm>
          <a:off x="3605869" y="92175"/>
          <a:ext cx="669938" cy="66993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A96431-8615-47BF-945D-FEBD6FA197F2}">
      <dsp:nvSpPr>
        <dsp:cNvPr id="0" name=""/>
        <dsp:cNvSpPr/>
      </dsp:nvSpPr>
      <dsp:spPr>
        <a:xfrm>
          <a:off x="3746556" y="232862"/>
          <a:ext cx="388564" cy="3885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0989AA-021E-470D-83D3-F8C0392AC318}">
      <dsp:nvSpPr>
        <dsp:cNvPr id="0" name=""/>
        <dsp:cNvSpPr/>
      </dsp:nvSpPr>
      <dsp:spPr>
        <a:xfrm>
          <a:off x="4419365" y="92175"/>
          <a:ext cx="1579140" cy="669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Data source: Superstore Sales dataset</a:t>
          </a:r>
        </a:p>
      </dsp:txBody>
      <dsp:txXfrm>
        <a:off x="4419365" y="92175"/>
        <a:ext cx="1579140" cy="669938"/>
      </dsp:txXfrm>
    </dsp:sp>
    <dsp:sp modelId="{EEA68C6B-170A-4FE1-B3FE-A9F5793D342A}">
      <dsp:nvSpPr>
        <dsp:cNvPr id="0" name=""/>
        <dsp:cNvSpPr/>
      </dsp:nvSpPr>
      <dsp:spPr>
        <a:xfrm>
          <a:off x="6273659" y="92175"/>
          <a:ext cx="669938" cy="66993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E04B0A-4331-4424-B86A-F732DC7B024B}">
      <dsp:nvSpPr>
        <dsp:cNvPr id="0" name=""/>
        <dsp:cNvSpPr/>
      </dsp:nvSpPr>
      <dsp:spPr>
        <a:xfrm>
          <a:off x="6414346" y="232862"/>
          <a:ext cx="388564" cy="3885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7D8BD-4584-4463-8607-C7A77474D5F3}">
      <dsp:nvSpPr>
        <dsp:cNvPr id="0" name=""/>
        <dsp:cNvSpPr/>
      </dsp:nvSpPr>
      <dsp:spPr>
        <a:xfrm>
          <a:off x="7087155" y="92175"/>
          <a:ext cx="1579140" cy="669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-Created using Power BI</a:t>
          </a:r>
        </a:p>
      </dsp:txBody>
      <dsp:txXfrm>
        <a:off x="7087155" y="92175"/>
        <a:ext cx="1579140" cy="669938"/>
      </dsp:txXfrm>
    </dsp:sp>
    <dsp:sp modelId="{F6E56DE0-D177-44C0-908E-C453A3BFFE2F}">
      <dsp:nvSpPr>
        <dsp:cNvPr id="0" name=""/>
        <dsp:cNvSpPr/>
      </dsp:nvSpPr>
      <dsp:spPr>
        <a:xfrm>
          <a:off x="938079" y="1327277"/>
          <a:ext cx="669938" cy="66993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ADB848-1CEE-43AD-97BA-9C54081C055D}">
      <dsp:nvSpPr>
        <dsp:cNvPr id="0" name=""/>
        <dsp:cNvSpPr/>
      </dsp:nvSpPr>
      <dsp:spPr>
        <a:xfrm>
          <a:off x="1078766" y="1467964"/>
          <a:ext cx="388564" cy="38856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4019F6-CB26-4434-9514-F7A2DD4AAFF7}">
      <dsp:nvSpPr>
        <dsp:cNvPr id="0" name=""/>
        <dsp:cNvSpPr/>
      </dsp:nvSpPr>
      <dsp:spPr>
        <a:xfrm>
          <a:off x="1751575" y="1327277"/>
          <a:ext cx="1579140" cy="669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Key Features:</a:t>
          </a:r>
        </a:p>
      </dsp:txBody>
      <dsp:txXfrm>
        <a:off x="1751575" y="1327277"/>
        <a:ext cx="1579140" cy="669938"/>
      </dsp:txXfrm>
    </dsp:sp>
    <dsp:sp modelId="{55600B77-BB25-4299-9EEC-B9A40BB93654}">
      <dsp:nvSpPr>
        <dsp:cNvPr id="0" name=""/>
        <dsp:cNvSpPr/>
      </dsp:nvSpPr>
      <dsp:spPr>
        <a:xfrm>
          <a:off x="3605869" y="1327277"/>
          <a:ext cx="669938" cy="66993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9C3DFC-F922-4F24-90A1-5964243F32B1}">
      <dsp:nvSpPr>
        <dsp:cNvPr id="0" name=""/>
        <dsp:cNvSpPr/>
      </dsp:nvSpPr>
      <dsp:spPr>
        <a:xfrm>
          <a:off x="3746556" y="1467964"/>
          <a:ext cx="388564" cy="38856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DFB77F-F2FE-48B8-801E-88EDCDCDD493}">
      <dsp:nvSpPr>
        <dsp:cNvPr id="0" name=""/>
        <dsp:cNvSpPr/>
      </dsp:nvSpPr>
      <dsp:spPr>
        <a:xfrm>
          <a:off x="4419365" y="1327277"/>
          <a:ext cx="1579140" cy="669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Bar charts for sub-category and region</a:t>
          </a:r>
        </a:p>
      </dsp:txBody>
      <dsp:txXfrm>
        <a:off x="4419365" y="1327277"/>
        <a:ext cx="1579140" cy="669938"/>
      </dsp:txXfrm>
    </dsp:sp>
    <dsp:sp modelId="{572EE1D8-932D-449A-B13F-3E75368FF67E}">
      <dsp:nvSpPr>
        <dsp:cNvPr id="0" name=""/>
        <dsp:cNvSpPr/>
      </dsp:nvSpPr>
      <dsp:spPr>
        <a:xfrm>
          <a:off x="6273659" y="1327277"/>
          <a:ext cx="669938" cy="66993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CB12CD-D812-49BD-B2A4-3F373F413DEC}">
      <dsp:nvSpPr>
        <dsp:cNvPr id="0" name=""/>
        <dsp:cNvSpPr/>
      </dsp:nvSpPr>
      <dsp:spPr>
        <a:xfrm>
          <a:off x="6414346" y="1467964"/>
          <a:ext cx="388564" cy="38856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D8192F-CF42-461D-A8E2-3BE1E99E33EB}">
      <dsp:nvSpPr>
        <dsp:cNvPr id="0" name=""/>
        <dsp:cNvSpPr/>
      </dsp:nvSpPr>
      <dsp:spPr>
        <a:xfrm>
          <a:off x="7087155" y="1327277"/>
          <a:ext cx="1579140" cy="669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Donut chart for payment mode</a:t>
          </a:r>
        </a:p>
      </dsp:txBody>
      <dsp:txXfrm>
        <a:off x="7087155" y="1327277"/>
        <a:ext cx="1579140" cy="669938"/>
      </dsp:txXfrm>
    </dsp:sp>
    <dsp:sp modelId="{DDF44CAC-9F77-46D1-B30D-BB7535A130AC}">
      <dsp:nvSpPr>
        <dsp:cNvPr id="0" name=""/>
        <dsp:cNvSpPr/>
      </dsp:nvSpPr>
      <dsp:spPr>
        <a:xfrm>
          <a:off x="938079" y="2562380"/>
          <a:ext cx="669938" cy="66993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A49CD9-8393-4804-8073-5B02FFDC9C93}">
      <dsp:nvSpPr>
        <dsp:cNvPr id="0" name=""/>
        <dsp:cNvSpPr/>
      </dsp:nvSpPr>
      <dsp:spPr>
        <a:xfrm>
          <a:off x="1078766" y="2703067"/>
          <a:ext cx="388564" cy="388564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295EF8-12BC-45E7-996D-FEA38221F7B0}">
      <dsp:nvSpPr>
        <dsp:cNvPr id="0" name=""/>
        <dsp:cNvSpPr/>
      </dsp:nvSpPr>
      <dsp:spPr>
        <a:xfrm>
          <a:off x="1751575" y="2562380"/>
          <a:ext cx="1579140" cy="669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Filters for region, category, state, and shipping mode</a:t>
          </a:r>
        </a:p>
      </dsp:txBody>
      <dsp:txXfrm>
        <a:off x="1751575" y="2562380"/>
        <a:ext cx="1579140" cy="669938"/>
      </dsp:txXfrm>
    </dsp:sp>
    <dsp:sp modelId="{2A086AA1-62F8-48CC-ADFF-0879C13E45CB}">
      <dsp:nvSpPr>
        <dsp:cNvPr id="0" name=""/>
        <dsp:cNvSpPr/>
      </dsp:nvSpPr>
      <dsp:spPr>
        <a:xfrm>
          <a:off x="3605869" y="2562380"/>
          <a:ext cx="669938" cy="66993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DE6883-06AF-473D-AD3D-DC6CB85CDEFE}">
      <dsp:nvSpPr>
        <dsp:cNvPr id="0" name=""/>
        <dsp:cNvSpPr/>
      </dsp:nvSpPr>
      <dsp:spPr>
        <a:xfrm>
          <a:off x="3746556" y="2703067"/>
          <a:ext cx="388564" cy="388564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D13AE-7ACE-4FCE-AB46-B4D300281A25}">
      <dsp:nvSpPr>
        <dsp:cNvPr id="0" name=""/>
        <dsp:cNvSpPr/>
      </dsp:nvSpPr>
      <dsp:spPr>
        <a:xfrm>
          <a:off x="4419365" y="2562380"/>
          <a:ext cx="1579140" cy="669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Line chart to show quantity trends</a:t>
          </a:r>
        </a:p>
      </dsp:txBody>
      <dsp:txXfrm>
        <a:off x="4419365" y="2562380"/>
        <a:ext cx="1579140" cy="6699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02703C-ABA9-4671-B2E7-8493AC34008F}">
      <dsp:nvSpPr>
        <dsp:cNvPr id="0" name=""/>
        <dsp:cNvSpPr/>
      </dsp:nvSpPr>
      <dsp:spPr>
        <a:xfrm>
          <a:off x="57854" y="123482"/>
          <a:ext cx="1256182" cy="125618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A28F6F-3AA2-4886-8190-7BC2743A6EC3}">
      <dsp:nvSpPr>
        <dsp:cNvPr id="0" name=""/>
        <dsp:cNvSpPr/>
      </dsp:nvSpPr>
      <dsp:spPr>
        <a:xfrm>
          <a:off x="321652" y="387280"/>
          <a:ext cx="728586" cy="728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7E6A77-0640-4E41-A14A-DAD1616DFE8E}">
      <dsp:nvSpPr>
        <dsp:cNvPr id="0" name=""/>
        <dsp:cNvSpPr/>
      </dsp:nvSpPr>
      <dsp:spPr>
        <a:xfrm>
          <a:off x="1583219" y="123482"/>
          <a:ext cx="2961002" cy="125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1. Phones sub-category had the highest sales.</a:t>
          </a:r>
        </a:p>
      </dsp:txBody>
      <dsp:txXfrm>
        <a:off x="1583219" y="123482"/>
        <a:ext cx="2961002" cy="1256182"/>
      </dsp:txXfrm>
    </dsp:sp>
    <dsp:sp modelId="{FB5A9A77-0C4D-4CEC-A634-C709D34C8D9A}">
      <dsp:nvSpPr>
        <dsp:cNvPr id="0" name=""/>
        <dsp:cNvSpPr/>
      </dsp:nvSpPr>
      <dsp:spPr>
        <a:xfrm>
          <a:off x="5060153" y="123482"/>
          <a:ext cx="1256182" cy="125618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C41EBA-17C2-4D89-A6FC-C5BACE2D422E}">
      <dsp:nvSpPr>
        <dsp:cNvPr id="0" name=""/>
        <dsp:cNvSpPr/>
      </dsp:nvSpPr>
      <dsp:spPr>
        <a:xfrm>
          <a:off x="5323952" y="387280"/>
          <a:ext cx="728586" cy="728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56338C-FD80-4B28-9025-A781FC2C6632}">
      <dsp:nvSpPr>
        <dsp:cNvPr id="0" name=""/>
        <dsp:cNvSpPr/>
      </dsp:nvSpPr>
      <dsp:spPr>
        <a:xfrm>
          <a:off x="6585518" y="123482"/>
          <a:ext cx="2961002" cy="125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2. Central region generated the most profit.</a:t>
          </a:r>
        </a:p>
      </dsp:txBody>
      <dsp:txXfrm>
        <a:off x="6585518" y="123482"/>
        <a:ext cx="2961002" cy="1256182"/>
      </dsp:txXfrm>
    </dsp:sp>
    <dsp:sp modelId="{3ED19DF6-6534-44C4-A7AC-5084626ADC67}">
      <dsp:nvSpPr>
        <dsp:cNvPr id="0" name=""/>
        <dsp:cNvSpPr/>
      </dsp:nvSpPr>
      <dsp:spPr>
        <a:xfrm>
          <a:off x="57854" y="1944828"/>
          <a:ext cx="1256182" cy="125618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99F678-CDC6-4691-BD94-5B7DAE319EA8}">
      <dsp:nvSpPr>
        <dsp:cNvPr id="0" name=""/>
        <dsp:cNvSpPr/>
      </dsp:nvSpPr>
      <dsp:spPr>
        <a:xfrm>
          <a:off x="321652" y="2208627"/>
          <a:ext cx="728586" cy="728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9769BB-C5F7-4960-AB3B-41297D51BD42}">
      <dsp:nvSpPr>
        <dsp:cNvPr id="0" name=""/>
        <dsp:cNvSpPr/>
      </dsp:nvSpPr>
      <dsp:spPr>
        <a:xfrm>
          <a:off x="1583219" y="1944828"/>
          <a:ext cx="2961002" cy="125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3. Standard shipping was used the most.</a:t>
          </a:r>
        </a:p>
      </dsp:txBody>
      <dsp:txXfrm>
        <a:off x="1583219" y="1944828"/>
        <a:ext cx="2961002" cy="1256182"/>
      </dsp:txXfrm>
    </dsp:sp>
    <dsp:sp modelId="{314138C2-4D62-42FC-A130-676931E6C10B}">
      <dsp:nvSpPr>
        <dsp:cNvPr id="0" name=""/>
        <dsp:cNvSpPr/>
      </dsp:nvSpPr>
      <dsp:spPr>
        <a:xfrm>
          <a:off x="5060153" y="1944828"/>
          <a:ext cx="1256182" cy="125618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6752B6-6619-4370-9768-8E7D5169EEE7}">
      <dsp:nvSpPr>
        <dsp:cNvPr id="0" name=""/>
        <dsp:cNvSpPr/>
      </dsp:nvSpPr>
      <dsp:spPr>
        <a:xfrm>
          <a:off x="5323952" y="2208627"/>
          <a:ext cx="728586" cy="72858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21F030-AFB6-47D4-A016-3C85AA05711C}">
      <dsp:nvSpPr>
        <dsp:cNvPr id="0" name=""/>
        <dsp:cNvSpPr/>
      </dsp:nvSpPr>
      <dsp:spPr>
        <a:xfrm>
          <a:off x="6585518" y="1944828"/>
          <a:ext cx="2961002" cy="125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4. Office Supplies was the top-performing category.</a:t>
          </a:r>
        </a:p>
      </dsp:txBody>
      <dsp:txXfrm>
        <a:off x="6585518" y="1944828"/>
        <a:ext cx="2961002" cy="12561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BBE4A3-C35F-4D26-9FD6-82657921D4AD}">
      <dsp:nvSpPr>
        <dsp:cNvPr id="0" name=""/>
        <dsp:cNvSpPr/>
      </dsp:nvSpPr>
      <dsp:spPr>
        <a:xfrm>
          <a:off x="57854" y="123482"/>
          <a:ext cx="1256182" cy="125618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9C8A2F-F600-439B-ACE3-43EF58A13833}">
      <dsp:nvSpPr>
        <dsp:cNvPr id="0" name=""/>
        <dsp:cNvSpPr/>
      </dsp:nvSpPr>
      <dsp:spPr>
        <a:xfrm>
          <a:off x="321652" y="387280"/>
          <a:ext cx="728586" cy="728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EB2F08-880E-406E-9773-83F9FF15924C}">
      <dsp:nvSpPr>
        <dsp:cNvPr id="0" name=""/>
        <dsp:cNvSpPr/>
      </dsp:nvSpPr>
      <dsp:spPr>
        <a:xfrm>
          <a:off x="1583219" y="123482"/>
          <a:ext cx="2961002" cy="125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Power BI for visualization</a:t>
          </a:r>
        </a:p>
      </dsp:txBody>
      <dsp:txXfrm>
        <a:off x="1583219" y="123482"/>
        <a:ext cx="2961002" cy="1256182"/>
      </dsp:txXfrm>
    </dsp:sp>
    <dsp:sp modelId="{FFF84FD7-50DE-4DF9-942F-518547EC2201}">
      <dsp:nvSpPr>
        <dsp:cNvPr id="0" name=""/>
        <dsp:cNvSpPr/>
      </dsp:nvSpPr>
      <dsp:spPr>
        <a:xfrm>
          <a:off x="5060153" y="123482"/>
          <a:ext cx="1256182" cy="125618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49AC12-B690-4DBD-A16B-B2F30EBA6647}">
      <dsp:nvSpPr>
        <dsp:cNvPr id="0" name=""/>
        <dsp:cNvSpPr/>
      </dsp:nvSpPr>
      <dsp:spPr>
        <a:xfrm>
          <a:off x="5323952" y="387280"/>
          <a:ext cx="728586" cy="728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773291-3CEB-4B95-883A-E1D2D03A1EBC}">
      <dsp:nvSpPr>
        <dsp:cNvPr id="0" name=""/>
        <dsp:cNvSpPr/>
      </dsp:nvSpPr>
      <dsp:spPr>
        <a:xfrm>
          <a:off x="6585518" y="123482"/>
          <a:ext cx="2961002" cy="125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Used bar charts, line graphs, and donut charts</a:t>
          </a:r>
        </a:p>
      </dsp:txBody>
      <dsp:txXfrm>
        <a:off x="6585518" y="123482"/>
        <a:ext cx="2961002" cy="1256182"/>
      </dsp:txXfrm>
    </dsp:sp>
    <dsp:sp modelId="{5D29E869-669F-4E54-A4BA-8DA64F919260}">
      <dsp:nvSpPr>
        <dsp:cNvPr id="0" name=""/>
        <dsp:cNvSpPr/>
      </dsp:nvSpPr>
      <dsp:spPr>
        <a:xfrm>
          <a:off x="57854" y="1944828"/>
          <a:ext cx="1256182" cy="125618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C77851-D898-45D4-831C-9DB45892878E}">
      <dsp:nvSpPr>
        <dsp:cNvPr id="0" name=""/>
        <dsp:cNvSpPr/>
      </dsp:nvSpPr>
      <dsp:spPr>
        <a:xfrm>
          <a:off x="321652" y="2208627"/>
          <a:ext cx="728586" cy="728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7B1EE4-0BCB-42BB-8919-7AF9C1BAB180}">
      <dsp:nvSpPr>
        <dsp:cNvPr id="0" name=""/>
        <dsp:cNvSpPr/>
      </dsp:nvSpPr>
      <dsp:spPr>
        <a:xfrm>
          <a:off x="1583219" y="1944828"/>
          <a:ext cx="2961002" cy="125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Applied slicers for interactive filtering</a:t>
          </a:r>
        </a:p>
      </dsp:txBody>
      <dsp:txXfrm>
        <a:off x="1583219" y="1944828"/>
        <a:ext cx="2961002" cy="1256182"/>
      </dsp:txXfrm>
    </dsp:sp>
    <dsp:sp modelId="{EC240BEB-18E7-48B3-BA1E-76FA89D0EBCE}">
      <dsp:nvSpPr>
        <dsp:cNvPr id="0" name=""/>
        <dsp:cNvSpPr/>
      </dsp:nvSpPr>
      <dsp:spPr>
        <a:xfrm>
          <a:off x="5060153" y="1944828"/>
          <a:ext cx="1256182" cy="125618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2B4CE1-BCF3-4122-B534-BEC0A95F5EB4}">
      <dsp:nvSpPr>
        <dsp:cNvPr id="0" name=""/>
        <dsp:cNvSpPr/>
      </dsp:nvSpPr>
      <dsp:spPr>
        <a:xfrm>
          <a:off x="5323952" y="2208627"/>
          <a:ext cx="728586" cy="72858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B6AA8A-CCB7-4D9D-93D8-88848688A8AA}">
      <dsp:nvSpPr>
        <dsp:cNvPr id="0" name=""/>
        <dsp:cNvSpPr/>
      </dsp:nvSpPr>
      <dsp:spPr>
        <a:xfrm>
          <a:off x="6585518" y="1944828"/>
          <a:ext cx="2961002" cy="125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Used color formatting to highlight top performers</a:t>
          </a:r>
        </a:p>
      </dsp:txBody>
      <dsp:txXfrm>
        <a:off x="6585518" y="1944828"/>
        <a:ext cx="2961002" cy="12561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66F14-C1A3-4236-B58D-AEDEE43A4DC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280C0C0E-4326-4C6C-BFDC-83CDAD0DCF8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2804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66F14-C1A3-4236-B58D-AEDEE43A4DC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0C0E-4326-4C6C-BFDC-83CDAD0DCF8B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995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66F14-C1A3-4236-B58D-AEDEE43A4DC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0C0E-4326-4C6C-BFDC-83CDAD0DCF8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9931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66F14-C1A3-4236-B58D-AEDEE43A4DC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0C0E-4326-4C6C-BFDC-83CDAD0DCF8B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4089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66F14-C1A3-4236-B58D-AEDEE43A4DC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0C0E-4326-4C6C-BFDC-83CDAD0DCF8B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760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66F14-C1A3-4236-B58D-AEDEE43A4DC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0C0E-4326-4C6C-BFDC-83CDAD0DCF8B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248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66F14-C1A3-4236-B58D-AEDEE43A4DC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0C0E-4326-4C6C-BFDC-83CDAD0DC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162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66F14-C1A3-4236-B58D-AEDEE43A4DC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0C0E-4326-4C6C-BFDC-83CDAD0DCF8B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7259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A266F14-C1A3-4236-B58D-AEDEE43A4DC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0C0E-4326-4C6C-BFDC-83CDAD0DCF8B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318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66F14-C1A3-4236-B58D-AEDEE43A4DC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0C0E-4326-4C6C-BFDC-83CDAD0DCF8B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8506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66F14-C1A3-4236-B58D-AEDEE43A4DC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0C0E-4326-4C6C-BFDC-83CDAD0DCF8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716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66F14-C1A3-4236-B58D-AEDEE43A4DC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80C0C0E-4326-4C6C-BFDC-83CDAD0DCF8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94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A322D-A122-CCB9-8E40-31AD78C01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/>
              <a:t>Sales Dashboard – Task 8</a:t>
            </a:r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AFFEF0-0383-AC21-9DC0-19DDA9563F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0615757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4888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6612E-2BB7-DFD9-B0A6-4475777CD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Dashboard Overview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23C637C-22DE-5491-C9DE-F32FF54E4B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7691116"/>
              </p:ext>
            </p:extLst>
          </p:nvPr>
        </p:nvGraphicFramePr>
        <p:xfrm>
          <a:off x="1450975" y="2340435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1424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AB5B9-73C3-DC48-07E3-C4FEE733A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Key Insights from the Dashboard</a:t>
            </a:r>
            <a:endParaRPr lang="en-IN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68F12B09-15B2-B386-E1A4-6FA4E959F4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9289901"/>
              </p:ext>
            </p:extLst>
          </p:nvPr>
        </p:nvGraphicFramePr>
        <p:xfrm>
          <a:off x="1450975" y="2340435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9159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4A817-1A93-CB24-EC15-7EC157EA4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 Tools and Techniques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B3A47B-E7C8-006C-0714-6B2E5FDD42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6076932"/>
              </p:ext>
            </p:extLst>
          </p:nvPr>
        </p:nvGraphicFramePr>
        <p:xfrm>
          <a:off x="1450975" y="2340435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9267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1BF0792A-0F2B-4A2E-AB38-0A4F18A30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7DB18D-C2F1-4C8C-8808-9C01ECE68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5D935FA-3336-4941-9214-E250A5727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445671" y="644327"/>
            <a:ext cx="9299965" cy="4811366"/>
            <a:chOff x="7639235" y="600024"/>
            <a:chExt cx="3898557" cy="687892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5D9E2ED-FF90-4200-A7EE-6D41D6526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639235" y="600024"/>
              <a:ext cx="3898557" cy="6878929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A4BEB8D-68AD-4314-8A2B-F8DC85A530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0263" y="1062693"/>
              <a:ext cx="3635738" cy="59547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63C2D56-50DB-6D63-B684-E9A7D54E72DB}"/>
              </a:ext>
            </a:extLst>
          </p:cNvPr>
          <p:cNvSpPr txBox="1"/>
          <p:nvPr/>
        </p:nvSpPr>
        <p:spPr>
          <a:xfrm>
            <a:off x="2391408" y="1590734"/>
            <a:ext cx="7405874" cy="2520012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cap="all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7F797D1-251E-41FE-9FF8-AD487DEF2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391407" y="1416139"/>
            <a:ext cx="74058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9A0CE28-0E59-4F4D-9855-8A8DCE9A8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391407" y="4285341"/>
            <a:ext cx="74058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id="{75CC23F7-9F20-4C4B-8608-BD4DE9728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30746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</TotalTime>
  <Words>150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Gill Sans MT</vt:lpstr>
      <vt:lpstr>Gallery</vt:lpstr>
      <vt:lpstr>Sales Dashboard – Task 8</vt:lpstr>
      <vt:lpstr>Dashboard Overview</vt:lpstr>
      <vt:lpstr>Key Insights from the Dashboard</vt:lpstr>
      <vt:lpstr> Tools and Techniques Used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Umang D Pasawala / Distribution / Ahmedabad</dc:creator>
  <cp:lastModifiedBy>Umang D Pasawala / Distribution / Ahmedabad</cp:lastModifiedBy>
  <cp:revision>1</cp:revision>
  <dcterms:created xsi:type="dcterms:W3CDTF">2025-05-02T14:38:01Z</dcterms:created>
  <dcterms:modified xsi:type="dcterms:W3CDTF">2025-05-02T14:49:23Z</dcterms:modified>
</cp:coreProperties>
</file>